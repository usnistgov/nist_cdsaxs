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17CC2"/>
    <a:srgbClr val="454089"/>
    <a:srgbClr val="A15EC2"/>
    <a:srgbClr val="55296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60"/>
  </p:normalViewPr>
  <p:slideViewPr>
    <p:cSldViewPr snapToGrid="0">
      <p:cViewPr varScale="1">
        <p:scale>
          <a:sx n="144" d="100"/>
          <a:sy n="144" d="100"/>
        </p:scale>
        <p:origin x="80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E42A1A-44E4-5566-E0B6-D914C4C55D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0D6597-0562-06D0-7383-CB827AE2A1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58F543-D5CF-08D1-CF72-F3FDC30722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BFAFD-BD34-4CE5-A649-EF0E21030FB1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B38F62-0B7F-56D8-A2AD-21D10D89D1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7BCA8C-DE27-8636-EF3E-6B46C086E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56C11-52C4-4FB8-BAC5-9EDEB19EA9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35829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4A380C-D553-0A64-7D51-47FF1C24F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44C880-E7DC-F70C-28D2-5EA5845247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B838A0-C5FA-AA5B-C62F-A7C97C6CCC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BFAFD-BD34-4CE5-A649-EF0E21030FB1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CCEF95-AE14-610C-16D7-7D2A2CA442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B6A586-94E7-D2B3-9951-40507C500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56C11-52C4-4FB8-BAC5-9EDEB19EA9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984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F2B18F-56D2-F636-06EA-73D98EE52F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88C9FB-29D5-AEC1-E56F-5D0EE8CFC9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7DF443-7501-5D72-B283-13B3167322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BFAFD-BD34-4CE5-A649-EF0E21030FB1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A1F0D0-6AFA-B8B4-6399-4145946A8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2854F1-990B-40A1-5ED8-AD92C9663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56C11-52C4-4FB8-BAC5-9EDEB19EA9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7866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5D5F2B-075B-412A-A93A-DCB41CC2D2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C3F782-5CB2-C21B-0559-896B45125E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9E5A2D-CFBD-1B5C-E926-47D00F93B8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363D6C-6D2E-904C-1F0D-8779D5EA39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BFAFD-BD34-4CE5-A649-EF0E21030FB1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3FBFAC-F60D-C870-61D9-1972ECBCFE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7111F6-24E5-9068-07A1-37BF59CFF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56C11-52C4-4FB8-BAC5-9EDEB19EA9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6249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F50C7D-7012-83C6-FA4A-1ACD5110D6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6A1577-4F14-BD14-BFF0-1B01AA009D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46D8CF-39AC-3894-F867-799FF29019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4DD38D-FE36-C2DA-F98A-32B4A92AF0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D927E4-4FCF-8AC3-9295-09F371314F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05BD577-4A96-BB88-03D6-288AA27E66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BFAFD-BD34-4CE5-A649-EF0E21030FB1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4DF73D-D7EA-14C4-CCF9-30F729A66A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FC6A9B4-1E5F-B293-6EA8-0E5EBA3FFF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56C11-52C4-4FB8-BAC5-9EDEB19EA9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28467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85115-55EA-E545-EF0C-8F3815675F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0748E5-591B-CE08-501D-99E808AE58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BFAFD-BD34-4CE5-A649-EF0E21030FB1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5DD705-01A3-6640-D6A7-FF6F1BCF3C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D824D1-04C8-1AC0-E5C5-C6B698138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56C11-52C4-4FB8-BAC5-9EDEB19EA9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77061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E38C4B4-574D-3665-BEF5-7AB2FB862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BFAFD-BD34-4CE5-A649-EF0E21030FB1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94F91E2-BD41-7812-82E5-A93BE08C2B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BDE9CC-30A6-9B08-73B8-B36E5CD91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56C11-52C4-4FB8-BAC5-9EDEB19EA9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37393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FA4B74-38CD-F3FE-CDB4-03EF65B045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410CB2-FE85-3965-A3E2-F70BF1BD3C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A537FB-2D84-9BA4-B05F-0F6BEC53BB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BFAD31-F367-3ABC-BFEA-CC14B017CE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BFAFD-BD34-4CE5-A649-EF0E21030FB1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464558-D2BB-7858-4E94-9D5971E409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06E27B-A9D5-B54F-5435-F7C1157249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56C11-52C4-4FB8-BAC5-9EDEB19EA9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227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AFF19A-E7C2-539C-9245-A6D1C0B1A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A1A8B37-087B-03F4-AA38-7E9261C2AD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F51538-B170-99E2-70C4-95CC64599D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87DC0A-ECAE-1162-DFE6-55B6756851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BFAFD-BD34-4CE5-A649-EF0E21030FB1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136509-11D5-A0AB-3580-889A0ECADB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177724-E699-C630-DE05-A6EFF8BDE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56C11-52C4-4FB8-BAC5-9EDEB19EA9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4386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ABFDF0-3F53-852D-C55A-CD76AC799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1BC3E8-F948-7CF2-EDBF-B6A6C6D1C2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1C446C-36AA-A6B9-D3C0-6E3DF5653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BFAFD-BD34-4CE5-A649-EF0E21030FB1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9C4DF8-EC35-14DE-10B8-50F8AB7A41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1A21AB-F0B3-1C5A-767E-0FE0F24A1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56C11-52C4-4FB8-BAC5-9EDEB19EA9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89207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E065A20-DE35-896C-166B-AC271078C5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8AB2A8-0584-C526-F328-C2D0D21639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AC196C-6C05-31E4-C498-EA9C3F9903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BFAFD-BD34-4CE5-A649-EF0E21030FB1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F939E7-D184-F756-EEE7-F59539DD98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1AA143-D4EF-AB65-8D50-9ACB1BACF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56C11-52C4-4FB8-BAC5-9EDEB19EA9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9796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96356DB-2F47-8383-B0DB-60B3EC8ACA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F1B76F-E45C-F1B0-8A74-2CDAE05D5D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DF3518-9F4C-3434-D124-384829E0C2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8BFAFD-BD34-4CE5-A649-EF0E21030FB1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BEBB92-CA09-AA91-F555-7EE8CD0437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FF5FF5-09B1-4CE7-0E96-9E6E164160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B56C11-52C4-4FB8-BAC5-9EDEB19EA9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52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4" name="Group 163">
            <a:extLst>
              <a:ext uri="{FF2B5EF4-FFF2-40B4-BE49-F238E27FC236}">
                <a16:creationId xmlns:a16="http://schemas.microsoft.com/office/drawing/2014/main" id="{20F0693A-18AD-F34C-C131-868DD781475D}"/>
              </a:ext>
            </a:extLst>
          </p:cNvPr>
          <p:cNvGrpSpPr/>
          <p:nvPr/>
        </p:nvGrpSpPr>
        <p:grpSpPr>
          <a:xfrm>
            <a:off x="1351266" y="859486"/>
            <a:ext cx="4170680" cy="4973320"/>
            <a:chOff x="1351266" y="859486"/>
            <a:chExt cx="4170680" cy="4973320"/>
          </a:xfrm>
        </p:grpSpPr>
        <p:grpSp>
          <p:nvGrpSpPr>
            <p:cNvPr id="120" name="Group 119">
              <a:extLst>
                <a:ext uri="{FF2B5EF4-FFF2-40B4-BE49-F238E27FC236}">
                  <a16:creationId xmlns:a16="http://schemas.microsoft.com/office/drawing/2014/main" id="{A6F0167A-BDDF-4B6C-1E00-1297422D4D0E}"/>
                </a:ext>
              </a:extLst>
            </p:cNvPr>
            <p:cNvGrpSpPr/>
            <p:nvPr/>
          </p:nvGrpSpPr>
          <p:grpSpPr>
            <a:xfrm>
              <a:off x="1351266" y="859486"/>
              <a:ext cx="4170680" cy="4973320"/>
              <a:chOff x="1491311" y="744522"/>
              <a:chExt cx="4170680" cy="4973320"/>
            </a:xfrm>
          </p:grpSpPr>
          <p:sp>
            <p:nvSpPr>
              <p:cNvPr id="117" name="Rectangle 116">
                <a:extLst>
                  <a:ext uri="{FF2B5EF4-FFF2-40B4-BE49-F238E27FC236}">
                    <a16:creationId xmlns:a16="http://schemas.microsoft.com/office/drawing/2014/main" id="{AB3E7567-74CF-F27F-7E61-CF7639F2C437}"/>
                  </a:ext>
                </a:extLst>
              </p:cNvPr>
              <p:cNvSpPr/>
              <p:nvPr/>
            </p:nvSpPr>
            <p:spPr>
              <a:xfrm>
                <a:off x="1491311" y="744522"/>
                <a:ext cx="4170680" cy="497332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15" name="Group 114">
                <a:extLst>
                  <a:ext uri="{FF2B5EF4-FFF2-40B4-BE49-F238E27FC236}">
                    <a16:creationId xmlns:a16="http://schemas.microsoft.com/office/drawing/2014/main" id="{03D518DD-7A07-3AB6-936F-01172BFAE5D3}"/>
                  </a:ext>
                </a:extLst>
              </p:cNvPr>
              <p:cNvGrpSpPr/>
              <p:nvPr/>
            </p:nvGrpSpPr>
            <p:grpSpPr>
              <a:xfrm>
                <a:off x="1834833" y="761885"/>
                <a:ext cx="3544097" cy="4521745"/>
                <a:chOff x="1834833" y="761885"/>
                <a:chExt cx="3544097" cy="4521745"/>
              </a:xfrm>
            </p:grpSpPr>
            <p:pic>
              <p:nvPicPr>
                <p:cNvPr id="4" name="Picture 10">
                  <a:extLst>
                    <a:ext uri="{FF2B5EF4-FFF2-40B4-BE49-F238E27FC236}">
                      <a16:creationId xmlns:a16="http://schemas.microsoft.com/office/drawing/2014/main" id="{FBF8104F-35E6-26FC-94F0-FE9ACE2B131F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2" cstate="hqprint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 l="29790" t="31786" r="34281" b="21958"/>
                <a:stretch>
                  <a:fillRect/>
                </a:stretch>
              </p:blipFill>
              <p:spPr bwMode="auto">
                <a:xfrm>
                  <a:off x="3515976" y="1538408"/>
                  <a:ext cx="1844587" cy="1436205"/>
                </a:xfrm>
                <a:prstGeom prst="rect">
                  <a:avLst/>
                </a:prstGeom>
                <a:noFill/>
                <a:scene3d>
                  <a:camera prst="isometricOffAxis2Left">
                    <a:rot lat="1080001" lon="1560002" rev="0"/>
                  </a:camera>
                  <a:lightRig rig="threePt" dir="t"/>
                </a:scene3d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cxnSp>
              <p:nvCxnSpPr>
                <p:cNvPr id="15" name="Straight Arrow Connector 14">
                  <a:extLst>
                    <a:ext uri="{FF2B5EF4-FFF2-40B4-BE49-F238E27FC236}">
                      <a16:creationId xmlns:a16="http://schemas.microsoft.com/office/drawing/2014/main" id="{EB9FDE01-D195-F44B-8A7D-5C55574E84C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094396" y="2089305"/>
                  <a:ext cx="1326300" cy="1808805"/>
                </a:xfrm>
                <a:prstGeom prst="straightConnector1">
                  <a:avLst/>
                </a:prstGeom>
                <a:ln w="38100">
                  <a:solidFill>
                    <a:srgbClr val="FFC00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" name="Straight Arrow Connector 21">
                  <a:extLst>
                    <a:ext uri="{FF2B5EF4-FFF2-40B4-BE49-F238E27FC236}">
                      <a16:creationId xmlns:a16="http://schemas.microsoft.com/office/drawing/2014/main" id="{8A70E2FD-D28A-5679-6726-EB9A22F3590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079156" y="2163432"/>
                  <a:ext cx="2070089" cy="1753405"/>
                </a:xfrm>
                <a:prstGeom prst="straightConnector1">
                  <a:avLst/>
                </a:prstGeom>
                <a:ln w="38100">
                  <a:solidFill>
                    <a:srgbClr val="FFC000"/>
                  </a:solidFill>
                  <a:prstDash val="sysDash"/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" name="Rectangle 4">
                  <a:extLst>
                    <a:ext uri="{FF2B5EF4-FFF2-40B4-BE49-F238E27FC236}">
                      <a16:creationId xmlns:a16="http://schemas.microsoft.com/office/drawing/2014/main" id="{9E22FF83-DCE2-8D40-CB27-F2FC1BA76EED}"/>
                    </a:ext>
                  </a:extLst>
                </p:cNvPr>
                <p:cNvSpPr/>
                <p:nvPr/>
              </p:nvSpPr>
              <p:spPr>
                <a:xfrm>
                  <a:off x="2264794" y="2831738"/>
                  <a:ext cx="1828800" cy="1828800"/>
                </a:xfrm>
                <a:prstGeom prst="rect">
                  <a:avLst/>
                </a:prstGeom>
                <a:solidFill>
                  <a:schemeClr val="bg2">
                    <a:lumMod val="90000"/>
                  </a:schemeClr>
                </a:solidFill>
                <a:scene3d>
                  <a:camera prst="isometricOffAxis2Left"/>
                  <a:lightRig rig="threePt" dir="t"/>
                </a:scene3d>
                <a:sp3d extrusionH="1270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" name="Rectangle 6">
                  <a:extLst>
                    <a:ext uri="{FF2B5EF4-FFF2-40B4-BE49-F238E27FC236}">
                      <a16:creationId xmlns:a16="http://schemas.microsoft.com/office/drawing/2014/main" id="{3EFC1B3F-EF99-16E7-6C27-1B2DB36855AF}"/>
                    </a:ext>
                  </a:extLst>
                </p:cNvPr>
                <p:cNvSpPr/>
                <p:nvPr/>
              </p:nvSpPr>
              <p:spPr>
                <a:xfrm>
                  <a:off x="2254589" y="2755538"/>
                  <a:ext cx="182880" cy="1828800"/>
                </a:xfrm>
                <a:prstGeom prst="rect">
                  <a:avLst/>
                </a:prstGeom>
                <a:solidFill>
                  <a:schemeClr val="tx2">
                    <a:lumMod val="25000"/>
                    <a:lumOff val="75000"/>
                  </a:schemeClr>
                </a:solidFill>
                <a:ln>
                  <a:noFill/>
                </a:ln>
                <a:scene3d>
                  <a:camera prst="isometricOffAxis2Left"/>
                  <a:lightRig rig="soft" dir="t"/>
                </a:scene3d>
                <a:sp3d extrusionH="127000" contourW="12700">
                  <a:contourClr>
                    <a:schemeClr val="bg2"/>
                  </a:contourClr>
                </a:sp3d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" name="Rectangle 7">
                  <a:extLst>
                    <a:ext uri="{FF2B5EF4-FFF2-40B4-BE49-F238E27FC236}">
                      <a16:creationId xmlns:a16="http://schemas.microsoft.com/office/drawing/2014/main" id="{089A40F0-DE81-F811-6C1F-6F207E82D423}"/>
                    </a:ext>
                  </a:extLst>
                </p:cNvPr>
                <p:cNvSpPr/>
                <p:nvPr/>
              </p:nvSpPr>
              <p:spPr>
                <a:xfrm>
                  <a:off x="3753189" y="2993663"/>
                  <a:ext cx="182880" cy="1828800"/>
                </a:xfrm>
                <a:prstGeom prst="rect">
                  <a:avLst/>
                </a:prstGeom>
                <a:solidFill>
                  <a:schemeClr val="tx2">
                    <a:lumMod val="25000"/>
                    <a:lumOff val="75000"/>
                  </a:schemeClr>
                </a:solidFill>
                <a:ln>
                  <a:noFill/>
                </a:ln>
                <a:scene3d>
                  <a:camera prst="isometricOffAxis2Left"/>
                  <a:lightRig rig="soft" dir="t"/>
                </a:scene3d>
                <a:sp3d extrusionH="127000" contourW="12700">
                  <a:contourClr>
                    <a:schemeClr val="bg2"/>
                  </a:contourClr>
                </a:sp3d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" name="Rectangle 8">
                  <a:extLst>
                    <a:ext uri="{FF2B5EF4-FFF2-40B4-BE49-F238E27FC236}">
                      <a16:creationId xmlns:a16="http://schemas.microsoft.com/office/drawing/2014/main" id="{1544156C-AEEA-8277-2B7C-5AAE3689A195}"/>
                    </a:ext>
                  </a:extLst>
                </p:cNvPr>
                <p:cNvSpPr/>
                <p:nvPr/>
              </p:nvSpPr>
              <p:spPr>
                <a:xfrm>
                  <a:off x="2554309" y="2803163"/>
                  <a:ext cx="182880" cy="1828800"/>
                </a:xfrm>
                <a:prstGeom prst="rect">
                  <a:avLst/>
                </a:prstGeom>
                <a:solidFill>
                  <a:schemeClr val="tx2">
                    <a:lumMod val="25000"/>
                    <a:lumOff val="75000"/>
                  </a:schemeClr>
                </a:solidFill>
                <a:ln>
                  <a:noFill/>
                </a:ln>
                <a:scene3d>
                  <a:camera prst="isometricOffAxis2Left"/>
                  <a:lightRig rig="soft" dir="t"/>
                </a:scene3d>
                <a:sp3d extrusionH="127000" contourW="12700">
                  <a:contourClr>
                    <a:schemeClr val="bg2"/>
                  </a:contourClr>
                </a:sp3d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286FF687-5F32-E28C-D2AC-31B672434AE7}"/>
                    </a:ext>
                  </a:extLst>
                </p:cNvPr>
                <p:cNvSpPr/>
                <p:nvPr/>
              </p:nvSpPr>
              <p:spPr>
                <a:xfrm>
                  <a:off x="3453469" y="2946038"/>
                  <a:ext cx="182880" cy="1828800"/>
                </a:xfrm>
                <a:prstGeom prst="rect">
                  <a:avLst/>
                </a:prstGeom>
                <a:solidFill>
                  <a:schemeClr val="tx2">
                    <a:lumMod val="25000"/>
                    <a:lumOff val="75000"/>
                  </a:schemeClr>
                </a:solidFill>
                <a:ln>
                  <a:noFill/>
                </a:ln>
                <a:scene3d>
                  <a:camera prst="isometricOffAxis2Left"/>
                  <a:lightRig rig="soft" dir="t"/>
                </a:scene3d>
                <a:sp3d extrusionH="127000" contourW="12700">
                  <a:contourClr>
                    <a:schemeClr val="bg2"/>
                  </a:contourClr>
                </a:sp3d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FCE42651-D018-5251-597A-6AFDAB3CD3C1}"/>
                    </a:ext>
                  </a:extLst>
                </p:cNvPr>
                <p:cNvSpPr/>
                <p:nvPr/>
              </p:nvSpPr>
              <p:spPr>
                <a:xfrm>
                  <a:off x="2854029" y="2850788"/>
                  <a:ext cx="182880" cy="1828800"/>
                </a:xfrm>
                <a:prstGeom prst="rect">
                  <a:avLst/>
                </a:prstGeom>
                <a:solidFill>
                  <a:schemeClr val="tx2">
                    <a:lumMod val="25000"/>
                    <a:lumOff val="75000"/>
                  </a:schemeClr>
                </a:solidFill>
                <a:ln>
                  <a:noFill/>
                </a:ln>
                <a:scene3d>
                  <a:camera prst="isometricOffAxis2Left"/>
                  <a:lightRig rig="soft" dir="t"/>
                </a:scene3d>
                <a:sp3d extrusionH="127000" contourW="12700">
                  <a:contourClr>
                    <a:schemeClr val="bg2"/>
                  </a:contourClr>
                </a:sp3d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" name="Rectangle 11">
                  <a:extLst>
                    <a:ext uri="{FF2B5EF4-FFF2-40B4-BE49-F238E27FC236}">
                      <a16:creationId xmlns:a16="http://schemas.microsoft.com/office/drawing/2014/main" id="{7A2C2466-BD82-3A6F-4B31-48C1E1B54580}"/>
                    </a:ext>
                  </a:extLst>
                </p:cNvPr>
                <p:cNvSpPr/>
                <p:nvPr/>
              </p:nvSpPr>
              <p:spPr>
                <a:xfrm>
                  <a:off x="3153749" y="2898413"/>
                  <a:ext cx="182880" cy="1828800"/>
                </a:xfrm>
                <a:prstGeom prst="rect">
                  <a:avLst/>
                </a:prstGeom>
                <a:solidFill>
                  <a:schemeClr val="tx2">
                    <a:lumMod val="25000"/>
                    <a:lumOff val="75000"/>
                  </a:schemeClr>
                </a:solidFill>
                <a:ln>
                  <a:noFill/>
                </a:ln>
                <a:scene3d>
                  <a:camera prst="isometricOffAxis2Left"/>
                  <a:lightRig rig="soft" dir="t"/>
                </a:scene3d>
                <a:sp3d extrusionH="127000" contourW="12700">
                  <a:contourClr>
                    <a:schemeClr val="bg2"/>
                  </a:contourClr>
                </a:sp3d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5" name="Arc 24">
                  <a:extLst>
                    <a:ext uri="{FF2B5EF4-FFF2-40B4-BE49-F238E27FC236}">
                      <a16:creationId xmlns:a16="http://schemas.microsoft.com/office/drawing/2014/main" id="{EEB0688E-9C1A-8289-17A9-3D104D04CE41}"/>
                    </a:ext>
                  </a:extLst>
                </p:cNvPr>
                <p:cNvSpPr/>
                <p:nvPr/>
              </p:nvSpPr>
              <p:spPr>
                <a:xfrm>
                  <a:off x="3422476" y="2595712"/>
                  <a:ext cx="914400" cy="914400"/>
                </a:xfrm>
                <a:prstGeom prst="arc">
                  <a:avLst>
                    <a:gd name="adj1" fmla="val 17295772"/>
                    <a:gd name="adj2" fmla="val 20243396"/>
                  </a:avLst>
                </a:prstGeom>
                <a:ln w="38100">
                  <a:solidFill>
                    <a:srgbClr val="FFC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26" name="TextBox 25">
                      <a:extLst>
                        <a:ext uri="{FF2B5EF4-FFF2-40B4-BE49-F238E27FC236}">
                          <a16:creationId xmlns:a16="http://schemas.microsoft.com/office/drawing/2014/main" id="{250C8307-7488-F4A2-6537-8F515475E26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126685" y="2315375"/>
                      <a:ext cx="334327" cy="52322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800" b="0" i="1" smtClean="0">
                                <a:solidFill>
                                  <a:srgbClr val="FFC000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oMath>
                        </m:oMathPara>
                      </a14:m>
                      <a:endParaRPr lang="en-US" sz="2800" dirty="0">
                        <a:solidFill>
                          <a:srgbClr val="FFC000"/>
                        </a:solidFill>
                      </a:endParaRPr>
                    </a:p>
                  </p:txBody>
                </p:sp>
              </mc:Choice>
              <mc:Fallback>
                <p:sp>
                  <p:nvSpPr>
                    <p:cNvPr id="26" name="TextBox 25">
                      <a:extLst>
                        <a:ext uri="{FF2B5EF4-FFF2-40B4-BE49-F238E27FC236}">
                          <a16:creationId xmlns:a16="http://schemas.microsoft.com/office/drawing/2014/main" id="{250C8307-7488-F4A2-6537-8F515475E265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126685" y="2315375"/>
                      <a:ext cx="334327" cy="523220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28" name="Straight Arrow Connector 27">
                  <a:extLst>
                    <a:ext uri="{FF2B5EF4-FFF2-40B4-BE49-F238E27FC236}">
                      <a16:creationId xmlns:a16="http://schemas.microsoft.com/office/drawing/2014/main" id="{AA68CB5C-11BB-0FC5-3761-BF06CF1A57D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2435255" y="3741582"/>
                  <a:ext cx="659141" cy="150964"/>
                </a:xfrm>
                <a:prstGeom prst="straightConnector1">
                  <a:avLst/>
                </a:prstGeom>
                <a:ln w="38100">
                  <a:solidFill>
                    <a:srgbClr val="FF000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Straight Arrow Connector 30">
                  <a:extLst>
                    <a:ext uri="{FF2B5EF4-FFF2-40B4-BE49-F238E27FC236}">
                      <a16:creationId xmlns:a16="http://schemas.microsoft.com/office/drawing/2014/main" id="{F32937E4-EB10-EB18-7169-74E8A656445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3088800" y="3052912"/>
                  <a:ext cx="8602" cy="839634"/>
                </a:xfrm>
                <a:prstGeom prst="straightConnector1">
                  <a:avLst/>
                </a:prstGeom>
                <a:ln w="38100">
                  <a:solidFill>
                    <a:srgbClr val="FF000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" name="Straight Arrow Connector 16">
                  <a:extLst>
                    <a:ext uri="{FF2B5EF4-FFF2-40B4-BE49-F238E27FC236}">
                      <a16:creationId xmlns:a16="http://schemas.microsoft.com/office/drawing/2014/main" id="{B5D9FDEB-356C-5699-904C-DFF35B023D1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834833" y="3879999"/>
                  <a:ext cx="1259563" cy="1403631"/>
                </a:xfrm>
                <a:prstGeom prst="straightConnector1">
                  <a:avLst/>
                </a:prstGeom>
                <a:ln w="38100">
                  <a:solidFill>
                    <a:srgbClr val="FFC00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Arrow Connector 38">
                  <a:extLst>
                    <a:ext uri="{FF2B5EF4-FFF2-40B4-BE49-F238E27FC236}">
                      <a16:creationId xmlns:a16="http://schemas.microsoft.com/office/drawing/2014/main" id="{C545E071-570F-7F14-F865-B0FFD11D614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088800" y="3461243"/>
                  <a:ext cx="353785" cy="415084"/>
                </a:xfrm>
                <a:prstGeom prst="straightConnector1">
                  <a:avLst/>
                </a:prstGeom>
                <a:ln w="38100">
                  <a:solidFill>
                    <a:srgbClr val="FF0000"/>
                  </a:solidFill>
                  <a:prstDash val="sysDot"/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50" name="TextBox 49">
                      <a:extLst>
                        <a:ext uri="{FF2B5EF4-FFF2-40B4-BE49-F238E27FC236}">
                          <a16:creationId xmlns:a16="http://schemas.microsoft.com/office/drawing/2014/main" id="{A1B789A1-82E9-7754-0203-1CAA8F82AE5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019743" y="3387558"/>
                      <a:ext cx="471763" cy="461665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2400" b="0" i="1" smtClean="0">
                                    <a:ln>
                                      <a:noFill/>
                                    </a:ln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n>
                                      <a:noFill/>
                                    </a:ln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n>
                                      <a:noFill/>
                                    </a:ln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2400" dirty="0">
                        <a:ln>
                          <a:noFill/>
                        </a:ln>
                        <a:solidFill>
                          <a:srgbClr val="FF0000"/>
                        </a:solidFill>
                      </a:endParaRPr>
                    </a:p>
                  </p:txBody>
                </p:sp>
              </mc:Choice>
              <mc:Fallback>
                <p:sp>
                  <p:nvSpPr>
                    <p:cNvPr id="50" name="TextBox 49">
                      <a:extLst>
                        <a:ext uri="{FF2B5EF4-FFF2-40B4-BE49-F238E27FC236}">
                          <a16:creationId xmlns:a16="http://schemas.microsoft.com/office/drawing/2014/main" id="{A1B789A1-82E9-7754-0203-1CAA8F82AE5F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019743" y="3387558"/>
                      <a:ext cx="471763" cy="461665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51" name="TextBox 50">
                      <a:extLst>
                        <a:ext uri="{FF2B5EF4-FFF2-40B4-BE49-F238E27FC236}">
                          <a16:creationId xmlns:a16="http://schemas.microsoft.com/office/drawing/2014/main" id="{67B18F5E-1C52-5E28-EB40-8422865398DB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725318" y="2591247"/>
                      <a:ext cx="471763" cy="461665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2400" b="0" i="1" smtClean="0">
                                    <a:ln>
                                      <a:noFill/>
                                    </a:ln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 smtClean="0">
                                    <a:ln>
                                      <a:noFill/>
                                    </a:ln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n>
                                      <a:noFill/>
                                    </a:ln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2400" dirty="0">
                        <a:ln>
                          <a:noFill/>
                        </a:ln>
                        <a:solidFill>
                          <a:srgbClr val="FF0000"/>
                        </a:solidFill>
                      </a:endParaRPr>
                    </a:p>
                  </p:txBody>
                </p:sp>
              </mc:Choice>
              <mc:Fallback>
                <p:sp>
                  <p:nvSpPr>
                    <p:cNvPr id="51" name="TextBox 50">
                      <a:extLst>
                        <a:ext uri="{FF2B5EF4-FFF2-40B4-BE49-F238E27FC236}">
                          <a16:creationId xmlns:a16="http://schemas.microsoft.com/office/drawing/2014/main" id="{67B18F5E-1C52-5E28-EB40-8422865398DB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725318" y="2591247"/>
                      <a:ext cx="471763" cy="461665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 l="-1299" b="-7895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52" name="TextBox 51">
                      <a:extLst>
                        <a:ext uri="{FF2B5EF4-FFF2-40B4-BE49-F238E27FC236}">
                          <a16:creationId xmlns:a16="http://schemas.microsoft.com/office/drawing/2014/main" id="{CE6251B0-3E77-86FD-54DB-CAFD18610E5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298028" y="3037094"/>
                      <a:ext cx="471763" cy="461665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2400" b="0" i="1" smtClean="0">
                                    <a:ln>
                                      <a:noFill/>
                                    </a:ln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n>
                                      <a:noFill/>
                                    </a:ln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n>
                                      <a:noFill/>
                                    </a:ln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2400" dirty="0">
                        <a:ln>
                          <a:noFill/>
                        </a:ln>
                        <a:solidFill>
                          <a:srgbClr val="FF0000"/>
                        </a:solidFill>
                      </a:endParaRPr>
                    </a:p>
                  </p:txBody>
                </p:sp>
              </mc:Choice>
              <mc:Fallback>
                <p:sp>
                  <p:nvSpPr>
                    <p:cNvPr id="52" name="TextBox 51">
                      <a:extLst>
                        <a:ext uri="{FF2B5EF4-FFF2-40B4-BE49-F238E27FC236}">
                          <a16:creationId xmlns:a16="http://schemas.microsoft.com/office/drawing/2014/main" id="{CE6251B0-3E77-86FD-54DB-CAFD18610E5C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298028" y="3037094"/>
                      <a:ext cx="471763" cy="461665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58" name="Straight Arrow Connector 57">
                  <a:extLst>
                    <a:ext uri="{FF2B5EF4-FFF2-40B4-BE49-F238E27FC236}">
                      <a16:creationId xmlns:a16="http://schemas.microsoft.com/office/drawing/2014/main" id="{23123876-5359-06CA-327A-D6970C2ED8F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3753189" y="1969937"/>
                  <a:ext cx="682747" cy="88638"/>
                </a:xfrm>
                <a:prstGeom prst="straightConnector1">
                  <a:avLst/>
                </a:prstGeom>
                <a:ln w="38100">
                  <a:solidFill>
                    <a:srgbClr val="FF000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" name="Straight Arrow Connector 58">
                  <a:extLst>
                    <a:ext uri="{FF2B5EF4-FFF2-40B4-BE49-F238E27FC236}">
                      <a16:creationId xmlns:a16="http://schemas.microsoft.com/office/drawing/2014/main" id="{EEA6DCD0-21D8-0313-4A5F-960AF4F11C0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4420696" y="1253613"/>
                  <a:ext cx="8602" cy="839634"/>
                </a:xfrm>
                <a:prstGeom prst="straightConnector1">
                  <a:avLst/>
                </a:prstGeom>
                <a:ln w="38100">
                  <a:solidFill>
                    <a:srgbClr val="FF000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0" name="Straight Arrow Connector 59">
                  <a:extLst>
                    <a:ext uri="{FF2B5EF4-FFF2-40B4-BE49-F238E27FC236}">
                      <a16:creationId xmlns:a16="http://schemas.microsoft.com/office/drawing/2014/main" id="{BDF2C558-AF39-C723-443C-2A3AE03DE71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420696" y="1661944"/>
                  <a:ext cx="353785" cy="415084"/>
                </a:xfrm>
                <a:prstGeom prst="straightConnector1">
                  <a:avLst/>
                </a:prstGeom>
                <a:ln w="38100">
                  <a:solidFill>
                    <a:srgbClr val="FF0000"/>
                  </a:solidFill>
                  <a:prstDash val="sysDot"/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61" name="TextBox 60">
                      <a:extLst>
                        <a:ext uri="{FF2B5EF4-FFF2-40B4-BE49-F238E27FC236}">
                          <a16:creationId xmlns:a16="http://schemas.microsoft.com/office/drawing/2014/main" id="{55261840-D512-7AF5-7F1E-F16DB6B3F4F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840184" y="761885"/>
                      <a:ext cx="1214538" cy="461665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2400" b="0" i="1" smtClean="0">
                                    <a:ln>
                                      <a:noFill/>
                                    </a:ln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n>
                                      <a:noFill/>
                                    </a:ln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n>
                                      <a:noFill/>
                                    </a:ln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sub>
                            </m:sSub>
                            <m:r>
                              <a:rPr lang="en-US" sz="2400" b="0" i="1" smtClean="0">
                                <a:ln>
                                  <a:noFill/>
                                </a:ln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n-US" sz="2400" b="0" i="1" smtClean="0">
                                    <a:ln>
                                      <a:noFill/>
                                    </a:ln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n>
                                      <a:noFill/>
                                    </a:ln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n>
                                      <a:noFill/>
                                    </a:ln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2400" dirty="0">
                        <a:ln>
                          <a:noFill/>
                        </a:ln>
                        <a:solidFill>
                          <a:srgbClr val="FF0000"/>
                        </a:solidFill>
                      </a:endParaRPr>
                    </a:p>
                  </p:txBody>
                </p:sp>
              </mc:Choice>
              <mc:Fallback>
                <p:sp>
                  <p:nvSpPr>
                    <p:cNvPr id="61" name="TextBox 60">
                      <a:extLst>
                        <a:ext uri="{FF2B5EF4-FFF2-40B4-BE49-F238E27FC236}">
                          <a16:creationId xmlns:a16="http://schemas.microsoft.com/office/drawing/2014/main" id="{55261840-D512-7AF5-7F1E-F16DB6B3F4F0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840184" y="761885"/>
                      <a:ext cx="1214538" cy="461665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 b="-7895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62" name="TextBox 61">
                      <a:extLst>
                        <a:ext uri="{FF2B5EF4-FFF2-40B4-BE49-F238E27FC236}">
                          <a16:creationId xmlns:a16="http://schemas.microsoft.com/office/drawing/2014/main" id="{C7FF295A-288B-1C58-3DF3-74A38A7AE75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441591" y="1226946"/>
                      <a:ext cx="937339" cy="461665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2400" b="0" i="1" smtClean="0">
                                    <a:ln>
                                      <a:noFill/>
                                    </a:ln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n>
                                      <a:noFill/>
                                    </a:ln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n>
                                      <a:noFill/>
                                    </a:ln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sub>
                            </m:sSub>
                            <m:r>
                              <a:rPr lang="en-US" sz="2400" b="0" i="1" smtClean="0">
                                <a:ln>
                                  <a:noFill/>
                                </a:ln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n-US" sz="2400" b="0" i="1" smtClean="0">
                                    <a:ln>
                                      <a:noFill/>
                                    </a:ln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n>
                                      <a:noFill/>
                                    </a:ln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n>
                                      <a:noFill/>
                                    </a:ln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2400" dirty="0">
                        <a:ln>
                          <a:noFill/>
                        </a:ln>
                        <a:solidFill>
                          <a:srgbClr val="FF0000"/>
                        </a:solidFill>
                      </a:endParaRPr>
                    </a:p>
                  </p:txBody>
                </p:sp>
              </mc:Choice>
              <mc:Fallback>
                <p:sp>
                  <p:nvSpPr>
                    <p:cNvPr id="62" name="TextBox 61">
                      <a:extLst>
                        <a:ext uri="{FF2B5EF4-FFF2-40B4-BE49-F238E27FC236}">
                          <a16:creationId xmlns:a16="http://schemas.microsoft.com/office/drawing/2014/main" id="{C7FF295A-288B-1C58-3DF3-74A38A7AE75D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441591" y="1226946"/>
                      <a:ext cx="937339" cy="461665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 b="-1316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65" name="TextBox 64">
                      <a:extLst>
                        <a:ext uri="{FF2B5EF4-FFF2-40B4-BE49-F238E27FC236}">
                          <a16:creationId xmlns:a16="http://schemas.microsoft.com/office/drawing/2014/main" id="{699E5800-19A1-72EB-D690-A8C71AB644C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079310" y="1468427"/>
                      <a:ext cx="1214538" cy="461665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2400" b="0" i="1" smtClean="0">
                                    <a:ln>
                                      <a:noFill/>
                                    </a:ln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n>
                                      <a:noFill/>
                                    </a:ln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n>
                                      <a:noFill/>
                                    </a:ln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sub>
                            </m:sSub>
                            <m:r>
                              <a:rPr lang="en-US" sz="2400" b="0" i="1" smtClean="0">
                                <a:ln>
                                  <a:noFill/>
                                </a:ln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n-US" sz="2400" b="0" i="1" smtClean="0">
                                    <a:ln>
                                      <a:noFill/>
                                    </a:ln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n>
                                      <a:noFill/>
                                    </a:ln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n>
                                      <a:noFill/>
                                    </a:ln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2400" dirty="0">
                        <a:ln>
                          <a:noFill/>
                        </a:ln>
                        <a:solidFill>
                          <a:srgbClr val="FF0000"/>
                        </a:solidFill>
                      </a:endParaRPr>
                    </a:p>
                  </p:txBody>
                </p:sp>
              </mc:Choice>
              <mc:Fallback>
                <p:sp>
                  <p:nvSpPr>
                    <p:cNvPr id="65" name="TextBox 64">
                      <a:extLst>
                        <a:ext uri="{FF2B5EF4-FFF2-40B4-BE49-F238E27FC236}">
                          <a16:creationId xmlns:a16="http://schemas.microsoft.com/office/drawing/2014/main" id="{699E5800-19A1-72EB-D690-A8C71AB644C2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079310" y="1468427"/>
                      <a:ext cx="1214538" cy="461665"/>
                    </a:xfrm>
                    <a:prstGeom prst="rect">
                      <a:avLst/>
                    </a:prstGeom>
                    <a:blipFill>
                      <a:blip r:embed="rId9"/>
                      <a:stretch>
                        <a:fillRect b="-1333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66" name="Arc 65">
                  <a:extLst>
                    <a:ext uri="{FF2B5EF4-FFF2-40B4-BE49-F238E27FC236}">
                      <a16:creationId xmlns:a16="http://schemas.microsoft.com/office/drawing/2014/main" id="{DE7BB537-DA46-97CC-E799-D7E702B2F68E}"/>
                    </a:ext>
                  </a:extLst>
                </p:cNvPr>
                <p:cNvSpPr/>
                <p:nvPr/>
              </p:nvSpPr>
              <p:spPr>
                <a:xfrm>
                  <a:off x="2686218" y="3573647"/>
                  <a:ext cx="145784" cy="492971"/>
                </a:xfrm>
                <a:prstGeom prst="arc">
                  <a:avLst>
                    <a:gd name="adj1" fmla="val 2678578"/>
                    <a:gd name="adj2" fmla="val 19252713"/>
                  </a:avLst>
                </a:prstGeom>
                <a:ln>
                  <a:solidFill>
                    <a:srgbClr val="FFFF00"/>
                  </a:solidFill>
                  <a:headEnd type="none" w="med" len="med"/>
                  <a:tailEnd type="arrow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7" name="Arc 66">
                  <a:extLst>
                    <a:ext uri="{FF2B5EF4-FFF2-40B4-BE49-F238E27FC236}">
                      <a16:creationId xmlns:a16="http://schemas.microsoft.com/office/drawing/2014/main" id="{BF6F827A-5DF1-3BC2-1817-4F49244976B7}"/>
                    </a:ext>
                  </a:extLst>
                </p:cNvPr>
                <p:cNvSpPr/>
                <p:nvPr/>
              </p:nvSpPr>
              <p:spPr>
                <a:xfrm rot="5573780" flipH="1">
                  <a:off x="3015474" y="3116399"/>
                  <a:ext cx="140639" cy="432736"/>
                </a:xfrm>
                <a:prstGeom prst="arc">
                  <a:avLst>
                    <a:gd name="adj1" fmla="val 2678578"/>
                    <a:gd name="adj2" fmla="val 19252713"/>
                  </a:avLst>
                </a:prstGeom>
                <a:ln>
                  <a:solidFill>
                    <a:srgbClr val="FFFF00"/>
                  </a:solidFill>
                  <a:headEnd type="none" w="med" len="med"/>
                  <a:tailEnd type="arrow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8" name="Arc 67">
                  <a:extLst>
                    <a:ext uri="{FF2B5EF4-FFF2-40B4-BE49-F238E27FC236}">
                      <a16:creationId xmlns:a16="http://schemas.microsoft.com/office/drawing/2014/main" id="{E6FC7A34-927E-2800-7DD9-BF9102364203}"/>
                    </a:ext>
                  </a:extLst>
                </p:cNvPr>
                <p:cNvSpPr/>
                <p:nvPr/>
              </p:nvSpPr>
              <p:spPr>
                <a:xfrm rot="7200403" flipH="1">
                  <a:off x="3250084" y="3456126"/>
                  <a:ext cx="104426" cy="350246"/>
                </a:xfrm>
                <a:prstGeom prst="arc">
                  <a:avLst>
                    <a:gd name="adj1" fmla="val 2678578"/>
                    <a:gd name="adj2" fmla="val 19252713"/>
                  </a:avLst>
                </a:prstGeom>
                <a:ln>
                  <a:solidFill>
                    <a:srgbClr val="FFFF00"/>
                  </a:solidFill>
                  <a:headEnd type="none" w="med" len="med"/>
                  <a:tailEnd type="arrow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70" name="TextBox 69">
                      <a:extLst>
                        <a:ext uri="{FF2B5EF4-FFF2-40B4-BE49-F238E27FC236}">
                          <a16:creationId xmlns:a16="http://schemas.microsoft.com/office/drawing/2014/main" id="{6CCA1040-2F02-6503-4CD9-E6A6C9A1F94A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521764" y="3020771"/>
                      <a:ext cx="471763" cy="461665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400" i="1" smtClean="0">
                                <a:ln>
                                  <a:noFill/>
                                </a:ln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  <m:t>𝜙</m:t>
                            </m:r>
                          </m:oMath>
                        </m:oMathPara>
                      </a14:m>
                      <a:endParaRPr lang="en-US" sz="2400" dirty="0">
                        <a:ln>
                          <a:noFill/>
                        </a:ln>
                        <a:solidFill>
                          <a:srgbClr val="FFFF00"/>
                        </a:solidFill>
                      </a:endParaRPr>
                    </a:p>
                  </p:txBody>
                </p:sp>
              </mc:Choice>
              <mc:Fallback>
                <p:sp>
                  <p:nvSpPr>
                    <p:cNvPr id="70" name="TextBox 69">
                      <a:extLst>
                        <a:ext uri="{FF2B5EF4-FFF2-40B4-BE49-F238E27FC236}">
                          <a16:creationId xmlns:a16="http://schemas.microsoft.com/office/drawing/2014/main" id="{6CCA1040-2F02-6503-4CD9-E6A6C9A1F94A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521764" y="3020771"/>
                      <a:ext cx="471763" cy="461665"/>
                    </a:xfrm>
                    <a:prstGeom prst="rect">
                      <a:avLst/>
                    </a:prstGeom>
                    <a:blipFill>
                      <a:blip r:embed="rId10"/>
                      <a:stretch>
                        <a:fillRect l="-2597" r="-1299" b="-15789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71" name="TextBox 70">
                      <a:extLst>
                        <a:ext uri="{FF2B5EF4-FFF2-40B4-BE49-F238E27FC236}">
                          <a16:creationId xmlns:a16="http://schemas.microsoft.com/office/drawing/2014/main" id="{F9A8E00B-BD7B-F0A4-3845-ABB8B2EDCBF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317753" y="3728820"/>
                      <a:ext cx="471763" cy="461665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400" b="0" i="1" smtClean="0">
                                <a:ln>
                                  <a:noFill/>
                                </a:ln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  <m:t>𝜔</m:t>
                            </m:r>
                          </m:oMath>
                        </m:oMathPara>
                      </a14:m>
                      <a:endParaRPr lang="en-US" sz="2400" dirty="0">
                        <a:ln>
                          <a:noFill/>
                        </a:ln>
                        <a:solidFill>
                          <a:srgbClr val="FFFF00"/>
                        </a:solidFill>
                      </a:endParaRPr>
                    </a:p>
                  </p:txBody>
                </p:sp>
              </mc:Choice>
              <mc:Fallback>
                <p:sp>
                  <p:nvSpPr>
                    <p:cNvPr id="71" name="TextBox 70">
                      <a:extLst>
                        <a:ext uri="{FF2B5EF4-FFF2-40B4-BE49-F238E27FC236}">
                          <a16:creationId xmlns:a16="http://schemas.microsoft.com/office/drawing/2014/main" id="{F9A8E00B-BD7B-F0A4-3845-ABB8B2EDCBF2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317753" y="3728820"/>
                      <a:ext cx="471763" cy="461665"/>
                    </a:xfrm>
                    <a:prstGeom prst="rect">
                      <a:avLst/>
                    </a:prstGeom>
                    <a:blipFill>
                      <a:blip r:embed="rId11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72" name="TextBox 71">
                      <a:extLst>
                        <a:ext uri="{FF2B5EF4-FFF2-40B4-BE49-F238E27FC236}">
                          <a16:creationId xmlns:a16="http://schemas.microsoft.com/office/drawing/2014/main" id="{763200BE-AB01-D899-D0E9-14827637AAF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352740" y="3497988"/>
                      <a:ext cx="471763" cy="461665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400" b="0" i="1" smtClean="0">
                                <a:ln>
                                  <a:noFill/>
                                </a:ln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  <m:t>𝜒</m:t>
                            </m:r>
                          </m:oMath>
                        </m:oMathPara>
                      </a14:m>
                      <a:endParaRPr lang="en-US" sz="2400" dirty="0">
                        <a:ln>
                          <a:noFill/>
                        </a:ln>
                        <a:solidFill>
                          <a:srgbClr val="FFFF00"/>
                        </a:solidFill>
                      </a:endParaRPr>
                    </a:p>
                  </p:txBody>
                </p:sp>
              </mc:Choice>
              <mc:Fallback>
                <p:sp>
                  <p:nvSpPr>
                    <p:cNvPr id="72" name="TextBox 71">
                      <a:extLst>
                        <a:ext uri="{FF2B5EF4-FFF2-40B4-BE49-F238E27FC236}">
                          <a16:creationId xmlns:a16="http://schemas.microsoft.com/office/drawing/2014/main" id="{763200BE-AB01-D899-D0E9-14827637AAFD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352740" y="3497988"/>
                      <a:ext cx="471763" cy="461665"/>
                    </a:xfrm>
                    <a:prstGeom prst="rect">
                      <a:avLst/>
                    </a:prstGeom>
                    <a:blipFill>
                      <a:blip r:embed="rId12"/>
                      <a:stretch>
                        <a:fillRect b="-800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17824C0E-7178-7840-EA40-669CA17921AB}"/>
                </a:ext>
              </a:extLst>
            </p:cNvPr>
            <p:cNvSpPr txBox="1"/>
            <p:nvPr/>
          </p:nvSpPr>
          <p:spPr>
            <a:xfrm>
              <a:off x="1387360" y="5392327"/>
              <a:ext cx="20726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C000"/>
                  </a:solidFill>
                </a:rPr>
                <a:t>X-ray beam</a:t>
              </a:r>
            </a:p>
          </p:txBody>
        </p:sp>
      </p:grpSp>
      <p:cxnSp>
        <p:nvCxnSpPr>
          <p:cNvPr id="166" name="Straight Arrow Connector 165">
            <a:extLst>
              <a:ext uri="{FF2B5EF4-FFF2-40B4-BE49-F238E27FC236}">
                <a16:creationId xmlns:a16="http://schemas.microsoft.com/office/drawing/2014/main" id="{20422D0B-DB70-F7FF-683B-931A59B3A443}"/>
              </a:ext>
            </a:extLst>
          </p:cNvPr>
          <p:cNvCxnSpPr>
            <a:cxnSpLocks/>
          </p:cNvCxnSpPr>
          <p:nvPr/>
        </p:nvCxnSpPr>
        <p:spPr>
          <a:xfrm>
            <a:off x="4313514" y="2194767"/>
            <a:ext cx="672324" cy="71363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69" name="TextBox 168">
                <a:extLst>
                  <a:ext uri="{FF2B5EF4-FFF2-40B4-BE49-F238E27FC236}">
                    <a16:creationId xmlns:a16="http://schemas.microsoft.com/office/drawing/2014/main" id="{B50B9B9D-7892-429F-DA45-E6EB5BB849FA}"/>
                  </a:ext>
                </a:extLst>
              </p:cNvPr>
              <p:cNvSpPr txBox="1"/>
              <p:nvPr/>
            </p:nvSpPr>
            <p:spPr>
              <a:xfrm>
                <a:off x="4590007" y="1743523"/>
                <a:ext cx="334327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𝑞</m:t>
                      </m:r>
                    </m:oMath>
                  </m:oMathPara>
                </a14:m>
                <a:endParaRPr lang="en-US" sz="2800" dirty="0">
                  <a:solidFill>
                    <a:srgbClr val="FFC000"/>
                  </a:solidFill>
                </a:endParaRPr>
              </a:p>
            </p:txBody>
          </p:sp>
        </mc:Choice>
        <mc:Fallback>
          <p:sp>
            <p:nvSpPr>
              <p:cNvPr id="169" name="TextBox 168">
                <a:extLst>
                  <a:ext uri="{FF2B5EF4-FFF2-40B4-BE49-F238E27FC236}">
                    <a16:creationId xmlns:a16="http://schemas.microsoft.com/office/drawing/2014/main" id="{B50B9B9D-7892-429F-DA45-E6EB5BB849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0007" y="1743523"/>
                <a:ext cx="334327" cy="52322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8" name="Group 177">
            <a:extLst>
              <a:ext uri="{FF2B5EF4-FFF2-40B4-BE49-F238E27FC236}">
                <a16:creationId xmlns:a16="http://schemas.microsoft.com/office/drawing/2014/main" id="{193E0BF2-34C4-228A-1D11-2EA9A99226DF}"/>
              </a:ext>
            </a:extLst>
          </p:cNvPr>
          <p:cNvGrpSpPr/>
          <p:nvPr/>
        </p:nvGrpSpPr>
        <p:grpSpPr>
          <a:xfrm>
            <a:off x="6328074" y="896230"/>
            <a:ext cx="4476565" cy="4973320"/>
            <a:chOff x="6328074" y="896230"/>
            <a:chExt cx="4476565" cy="4973320"/>
          </a:xfrm>
        </p:grpSpPr>
        <p:grpSp>
          <p:nvGrpSpPr>
            <p:cNvPr id="165" name="Group 164">
              <a:extLst>
                <a:ext uri="{FF2B5EF4-FFF2-40B4-BE49-F238E27FC236}">
                  <a16:creationId xmlns:a16="http://schemas.microsoft.com/office/drawing/2014/main" id="{FB47E748-DD75-567B-3F5D-8F3C1D55FF39}"/>
                </a:ext>
              </a:extLst>
            </p:cNvPr>
            <p:cNvGrpSpPr/>
            <p:nvPr/>
          </p:nvGrpSpPr>
          <p:grpSpPr>
            <a:xfrm>
              <a:off x="6328074" y="896230"/>
              <a:ext cx="4476565" cy="4973320"/>
              <a:chOff x="6328074" y="896230"/>
              <a:chExt cx="4476565" cy="4973320"/>
            </a:xfrm>
          </p:grpSpPr>
          <p:grpSp>
            <p:nvGrpSpPr>
              <p:cNvPr id="119" name="Group 118">
                <a:extLst>
                  <a:ext uri="{FF2B5EF4-FFF2-40B4-BE49-F238E27FC236}">
                    <a16:creationId xmlns:a16="http://schemas.microsoft.com/office/drawing/2014/main" id="{9C6B6D6C-7B6B-DACC-AA77-58E3CBB35040}"/>
                  </a:ext>
                </a:extLst>
              </p:cNvPr>
              <p:cNvGrpSpPr/>
              <p:nvPr/>
            </p:nvGrpSpPr>
            <p:grpSpPr>
              <a:xfrm>
                <a:off x="6328074" y="896230"/>
                <a:ext cx="4476565" cy="4973320"/>
                <a:chOff x="6328074" y="896230"/>
                <a:chExt cx="4476565" cy="4973320"/>
              </a:xfrm>
            </p:grpSpPr>
            <p:sp>
              <p:nvSpPr>
                <p:cNvPr id="118" name="Rectangle 117">
                  <a:extLst>
                    <a:ext uri="{FF2B5EF4-FFF2-40B4-BE49-F238E27FC236}">
                      <a16:creationId xmlns:a16="http://schemas.microsoft.com/office/drawing/2014/main" id="{028312D0-345A-FB8B-F2D8-51248F4D42CE}"/>
                    </a:ext>
                  </a:extLst>
                </p:cNvPr>
                <p:cNvSpPr/>
                <p:nvPr/>
              </p:nvSpPr>
              <p:spPr>
                <a:xfrm>
                  <a:off x="6328074" y="896230"/>
                  <a:ext cx="4476565" cy="497332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grpSp>
              <p:nvGrpSpPr>
                <p:cNvPr id="116" name="Group 115">
                  <a:extLst>
                    <a:ext uri="{FF2B5EF4-FFF2-40B4-BE49-F238E27FC236}">
                      <a16:creationId xmlns:a16="http://schemas.microsoft.com/office/drawing/2014/main" id="{0551DB48-29E0-D677-0C07-A3CF5A2A2998}"/>
                    </a:ext>
                  </a:extLst>
                </p:cNvPr>
                <p:cNvGrpSpPr/>
                <p:nvPr/>
              </p:nvGrpSpPr>
              <p:grpSpPr>
                <a:xfrm>
                  <a:off x="6979911" y="973536"/>
                  <a:ext cx="3348036" cy="4365544"/>
                  <a:chOff x="6979911" y="973536"/>
                  <a:chExt cx="3348036" cy="4365544"/>
                </a:xfrm>
              </p:grpSpPr>
              <p:pic>
                <p:nvPicPr>
                  <p:cNvPr id="73" name="Picture 10">
                    <a:extLst>
                      <a:ext uri="{FF2B5EF4-FFF2-40B4-BE49-F238E27FC236}">
                        <a16:creationId xmlns:a16="http://schemas.microsoft.com/office/drawing/2014/main" id="{5BC98E7B-033C-2BE4-B811-D5A794543182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2" cstate="hqprint">
                    <a:extLst>
                      <a:ext uri="{28A0092B-C50C-407E-A947-70E740481C1C}">
                        <a14:useLocalDpi xmlns:a14="http://schemas.microsoft.com/office/drawing/2010/main"/>
                      </a:ext>
                    </a:extLst>
                  </a:blip>
                  <a:srcRect l="14125" t="21826" r="49123" b="31208"/>
                  <a:stretch>
                    <a:fillRect/>
                  </a:stretch>
                </p:blipFill>
                <p:spPr bwMode="auto">
                  <a:xfrm>
                    <a:off x="7935704" y="1126293"/>
                    <a:ext cx="1886849" cy="1458264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cxnSp>
                <p:nvCxnSpPr>
                  <p:cNvPr id="74" name="Straight Arrow Connector 73">
                    <a:extLst>
                      <a:ext uri="{FF2B5EF4-FFF2-40B4-BE49-F238E27FC236}">
                        <a16:creationId xmlns:a16="http://schemas.microsoft.com/office/drawing/2014/main" id="{9EF40B54-E5AB-73D8-7250-465BDD2A165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8354062" y="1974208"/>
                    <a:ext cx="1326300" cy="1808805"/>
                  </a:xfrm>
                  <a:prstGeom prst="straightConnector1">
                    <a:avLst/>
                  </a:prstGeom>
                  <a:ln w="38100">
                    <a:solidFill>
                      <a:srgbClr val="FFC000"/>
                    </a:solidFill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5" name="Straight Arrow Connector 74">
                    <a:extLst>
                      <a:ext uri="{FF2B5EF4-FFF2-40B4-BE49-F238E27FC236}">
                        <a16:creationId xmlns:a16="http://schemas.microsoft.com/office/drawing/2014/main" id="{EAA7A676-AD4D-088F-B410-D190A90A6C6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8338822" y="1951569"/>
                    <a:ext cx="611905" cy="1850171"/>
                  </a:xfrm>
                  <a:prstGeom prst="straightConnector1">
                    <a:avLst/>
                  </a:prstGeom>
                  <a:ln w="3810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ysDash"/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76" name="Rectangle 75">
                    <a:extLst>
                      <a:ext uri="{FF2B5EF4-FFF2-40B4-BE49-F238E27FC236}">
                        <a16:creationId xmlns:a16="http://schemas.microsoft.com/office/drawing/2014/main" id="{CD33A66E-A3E5-D5CA-6343-B618303D33A6}"/>
                      </a:ext>
                    </a:extLst>
                  </p:cNvPr>
                  <p:cNvSpPr/>
                  <p:nvPr/>
                </p:nvSpPr>
                <p:spPr>
                  <a:xfrm>
                    <a:off x="7524460" y="2716641"/>
                    <a:ext cx="1828800" cy="1828800"/>
                  </a:xfrm>
                  <a:prstGeom prst="rect">
                    <a:avLst/>
                  </a:prstGeom>
                  <a:solidFill>
                    <a:schemeClr val="bg2">
                      <a:lumMod val="90000"/>
                    </a:schemeClr>
                  </a:solidFill>
                  <a:scene3d>
                    <a:camera prst="isometricOffAxis2Left"/>
                    <a:lightRig rig="threePt" dir="t"/>
                  </a:scene3d>
                  <a:sp3d extrusionH="12700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77" name="Rectangle 76">
                    <a:extLst>
                      <a:ext uri="{FF2B5EF4-FFF2-40B4-BE49-F238E27FC236}">
                        <a16:creationId xmlns:a16="http://schemas.microsoft.com/office/drawing/2014/main" id="{99A0937C-F92B-63E4-912B-4C29B04A498B}"/>
                      </a:ext>
                    </a:extLst>
                  </p:cNvPr>
                  <p:cNvSpPr/>
                  <p:nvPr/>
                </p:nvSpPr>
                <p:spPr>
                  <a:xfrm>
                    <a:off x="7514255" y="2640441"/>
                    <a:ext cx="182880" cy="1828800"/>
                  </a:xfrm>
                  <a:prstGeom prst="rect">
                    <a:avLst/>
                  </a:prstGeom>
                  <a:solidFill>
                    <a:schemeClr val="tx2">
                      <a:lumMod val="25000"/>
                      <a:lumOff val="75000"/>
                    </a:schemeClr>
                  </a:solidFill>
                  <a:ln>
                    <a:noFill/>
                  </a:ln>
                  <a:scene3d>
                    <a:camera prst="isometricOffAxis2Left"/>
                    <a:lightRig rig="soft" dir="t"/>
                  </a:scene3d>
                  <a:sp3d extrusionH="127000" contourW="12700">
                    <a:contourClr>
                      <a:schemeClr val="bg2"/>
                    </a:contourClr>
                  </a:sp3d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78" name="Rectangle 77">
                    <a:extLst>
                      <a:ext uri="{FF2B5EF4-FFF2-40B4-BE49-F238E27FC236}">
                        <a16:creationId xmlns:a16="http://schemas.microsoft.com/office/drawing/2014/main" id="{32B682AE-B9D3-8767-2BC7-51ACD4A876B0}"/>
                      </a:ext>
                    </a:extLst>
                  </p:cNvPr>
                  <p:cNvSpPr/>
                  <p:nvPr/>
                </p:nvSpPr>
                <p:spPr>
                  <a:xfrm>
                    <a:off x="9012855" y="2878566"/>
                    <a:ext cx="182880" cy="1828800"/>
                  </a:xfrm>
                  <a:prstGeom prst="rect">
                    <a:avLst/>
                  </a:prstGeom>
                  <a:solidFill>
                    <a:schemeClr val="tx2">
                      <a:lumMod val="25000"/>
                      <a:lumOff val="75000"/>
                    </a:schemeClr>
                  </a:solidFill>
                  <a:ln>
                    <a:noFill/>
                  </a:ln>
                  <a:scene3d>
                    <a:camera prst="isometricOffAxis2Left"/>
                    <a:lightRig rig="soft" dir="t"/>
                  </a:scene3d>
                  <a:sp3d extrusionH="127000" contourW="12700">
                    <a:contourClr>
                      <a:schemeClr val="bg2"/>
                    </a:contourClr>
                  </a:sp3d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79" name="Rectangle 78">
                    <a:extLst>
                      <a:ext uri="{FF2B5EF4-FFF2-40B4-BE49-F238E27FC236}">
                        <a16:creationId xmlns:a16="http://schemas.microsoft.com/office/drawing/2014/main" id="{FB866357-5ADD-F0C2-FDD9-CF7033A57DB4}"/>
                      </a:ext>
                    </a:extLst>
                  </p:cNvPr>
                  <p:cNvSpPr/>
                  <p:nvPr/>
                </p:nvSpPr>
                <p:spPr>
                  <a:xfrm>
                    <a:off x="7813975" y="2688066"/>
                    <a:ext cx="182880" cy="1828800"/>
                  </a:xfrm>
                  <a:prstGeom prst="rect">
                    <a:avLst/>
                  </a:prstGeom>
                  <a:solidFill>
                    <a:schemeClr val="tx2">
                      <a:lumMod val="25000"/>
                      <a:lumOff val="75000"/>
                    </a:schemeClr>
                  </a:solidFill>
                  <a:ln>
                    <a:noFill/>
                  </a:ln>
                  <a:scene3d>
                    <a:camera prst="isometricOffAxis2Left"/>
                    <a:lightRig rig="soft" dir="t"/>
                  </a:scene3d>
                  <a:sp3d extrusionH="127000" contourW="12700">
                    <a:contourClr>
                      <a:schemeClr val="bg2"/>
                    </a:contourClr>
                  </a:sp3d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80" name="Rectangle 79">
                    <a:extLst>
                      <a:ext uri="{FF2B5EF4-FFF2-40B4-BE49-F238E27FC236}">
                        <a16:creationId xmlns:a16="http://schemas.microsoft.com/office/drawing/2014/main" id="{643D4D03-482E-CE76-0A41-81689B815BB9}"/>
                      </a:ext>
                    </a:extLst>
                  </p:cNvPr>
                  <p:cNvSpPr/>
                  <p:nvPr/>
                </p:nvSpPr>
                <p:spPr>
                  <a:xfrm>
                    <a:off x="8713135" y="2830941"/>
                    <a:ext cx="182880" cy="1828800"/>
                  </a:xfrm>
                  <a:prstGeom prst="rect">
                    <a:avLst/>
                  </a:prstGeom>
                  <a:solidFill>
                    <a:schemeClr val="tx2">
                      <a:lumMod val="25000"/>
                      <a:lumOff val="75000"/>
                    </a:schemeClr>
                  </a:solidFill>
                  <a:ln>
                    <a:noFill/>
                  </a:ln>
                  <a:scene3d>
                    <a:camera prst="isometricOffAxis2Left"/>
                    <a:lightRig rig="soft" dir="t"/>
                  </a:scene3d>
                  <a:sp3d extrusionH="127000" contourW="12700">
                    <a:contourClr>
                      <a:schemeClr val="bg2"/>
                    </a:contourClr>
                  </a:sp3d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81" name="Rectangle 80">
                    <a:extLst>
                      <a:ext uri="{FF2B5EF4-FFF2-40B4-BE49-F238E27FC236}">
                        <a16:creationId xmlns:a16="http://schemas.microsoft.com/office/drawing/2014/main" id="{7430B77A-D992-A102-AA81-7C7023B1D587}"/>
                      </a:ext>
                    </a:extLst>
                  </p:cNvPr>
                  <p:cNvSpPr/>
                  <p:nvPr/>
                </p:nvSpPr>
                <p:spPr>
                  <a:xfrm>
                    <a:off x="8113695" y="2735691"/>
                    <a:ext cx="182880" cy="1828800"/>
                  </a:xfrm>
                  <a:prstGeom prst="rect">
                    <a:avLst/>
                  </a:prstGeom>
                  <a:solidFill>
                    <a:schemeClr val="tx2">
                      <a:lumMod val="25000"/>
                      <a:lumOff val="75000"/>
                    </a:schemeClr>
                  </a:solidFill>
                  <a:ln>
                    <a:noFill/>
                  </a:ln>
                  <a:scene3d>
                    <a:camera prst="isometricOffAxis2Left"/>
                    <a:lightRig rig="soft" dir="t"/>
                  </a:scene3d>
                  <a:sp3d extrusionH="127000" contourW="12700">
                    <a:contourClr>
                      <a:schemeClr val="bg2"/>
                    </a:contourClr>
                  </a:sp3d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82" name="Rectangle 81">
                    <a:extLst>
                      <a:ext uri="{FF2B5EF4-FFF2-40B4-BE49-F238E27FC236}">
                        <a16:creationId xmlns:a16="http://schemas.microsoft.com/office/drawing/2014/main" id="{40BB53D3-B606-EAB2-922E-0D9D2DEB35C1}"/>
                      </a:ext>
                    </a:extLst>
                  </p:cNvPr>
                  <p:cNvSpPr/>
                  <p:nvPr/>
                </p:nvSpPr>
                <p:spPr>
                  <a:xfrm>
                    <a:off x="8413415" y="2783316"/>
                    <a:ext cx="182880" cy="1828800"/>
                  </a:xfrm>
                  <a:prstGeom prst="rect">
                    <a:avLst/>
                  </a:prstGeom>
                  <a:solidFill>
                    <a:schemeClr val="tx2">
                      <a:lumMod val="25000"/>
                      <a:lumOff val="75000"/>
                    </a:schemeClr>
                  </a:solidFill>
                  <a:ln>
                    <a:noFill/>
                  </a:ln>
                  <a:scene3d>
                    <a:camera prst="isometricOffAxis2Left"/>
                    <a:lightRig rig="soft" dir="t"/>
                  </a:scene3d>
                  <a:sp3d extrusionH="127000" contourW="12700">
                    <a:contourClr>
                      <a:schemeClr val="bg2"/>
                    </a:contourClr>
                  </a:sp3d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83" name="Arc 82">
                    <a:extLst>
                      <a:ext uri="{FF2B5EF4-FFF2-40B4-BE49-F238E27FC236}">
                        <a16:creationId xmlns:a16="http://schemas.microsoft.com/office/drawing/2014/main" id="{D202FD76-2AF2-9DD6-CB4E-89BD05A5DC51}"/>
                      </a:ext>
                    </a:extLst>
                  </p:cNvPr>
                  <p:cNvSpPr/>
                  <p:nvPr/>
                </p:nvSpPr>
                <p:spPr>
                  <a:xfrm>
                    <a:off x="8293393" y="2455348"/>
                    <a:ext cx="914400" cy="914400"/>
                  </a:xfrm>
                  <a:prstGeom prst="arc">
                    <a:avLst>
                      <a:gd name="adj1" fmla="val 16408360"/>
                      <a:gd name="adj2" fmla="val 19899102"/>
                    </a:avLst>
                  </a:prstGeom>
                  <a:ln w="38100">
                    <a:solidFill>
                      <a:schemeClr val="accent1">
                        <a:lumMod val="20000"/>
                        <a:lumOff val="80000"/>
                      </a:schemeClr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mc:AlternateContent xmlns:mc="http://schemas.openxmlformats.org/markup-compatibility/2006">
                <mc:Choice xmlns:a14="http://schemas.microsoft.com/office/drawing/2010/main" Requires="a14">
                  <p:sp>
                    <p:nvSpPr>
                      <p:cNvPr id="84" name="TextBox 83">
                        <a:extLst>
                          <a:ext uri="{FF2B5EF4-FFF2-40B4-BE49-F238E27FC236}">
                            <a16:creationId xmlns:a16="http://schemas.microsoft.com/office/drawing/2014/main" id="{6DC1E686-5ACA-89BE-C6E0-9AB4BC78466E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8783742" y="2029329"/>
                        <a:ext cx="603749" cy="52322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800" b="0" i="1" smtClean="0">
                                      <a:solidFill>
                                        <a:schemeClr val="accent1">
                                          <a:lumMod val="20000"/>
                                          <a:lumOff val="8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0" i="1" smtClean="0">
                                      <a:solidFill>
                                        <a:schemeClr val="accent1">
                                          <a:lumMod val="20000"/>
                                          <a:lumOff val="8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solidFill>
                                        <a:schemeClr val="accent1">
                                          <a:lumMod val="20000"/>
                                          <a:lumOff val="8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en-US" sz="2800" dirty="0">
                          <a:solidFill>
                            <a:schemeClr val="accent1">
                              <a:lumMod val="20000"/>
                              <a:lumOff val="80000"/>
                            </a:schemeClr>
                          </a:solidFill>
                        </a:endParaRPr>
                      </a:p>
                    </p:txBody>
                  </p:sp>
                </mc:Choice>
                <mc:Fallback>
                  <p:sp>
                    <p:nvSpPr>
                      <p:cNvPr id="84" name="TextBox 83">
                        <a:extLst>
                          <a:ext uri="{FF2B5EF4-FFF2-40B4-BE49-F238E27FC236}">
                            <a16:creationId xmlns:a16="http://schemas.microsoft.com/office/drawing/2014/main" id="{6DC1E686-5ACA-89BE-C6E0-9AB4BC78466E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8783742" y="2029329"/>
                        <a:ext cx="603749" cy="523220"/>
                      </a:xfrm>
                      <a:prstGeom prst="rect">
                        <a:avLst/>
                      </a:prstGeom>
                      <a:blipFill>
                        <a:blip r:embed="rId14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cxnSp>
                <p:nvCxnSpPr>
                  <p:cNvPr id="85" name="Straight Arrow Connector 84">
                    <a:extLst>
                      <a:ext uri="{FF2B5EF4-FFF2-40B4-BE49-F238E27FC236}">
                        <a16:creationId xmlns:a16="http://schemas.microsoft.com/office/drawing/2014/main" id="{F8F697F1-77A0-A58C-CC42-8E909A66CBF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 flipV="1">
                    <a:off x="7694921" y="3626485"/>
                    <a:ext cx="659141" cy="150964"/>
                  </a:xfrm>
                  <a:prstGeom prst="straightConnector1">
                    <a:avLst/>
                  </a:prstGeom>
                  <a:ln w="38100">
                    <a:solidFill>
                      <a:srgbClr val="FF0000"/>
                    </a:solidFill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6" name="Straight Arrow Connector 85">
                    <a:extLst>
                      <a:ext uri="{FF2B5EF4-FFF2-40B4-BE49-F238E27FC236}">
                        <a16:creationId xmlns:a16="http://schemas.microsoft.com/office/drawing/2014/main" id="{20E7D437-8CCD-EB9E-4561-28A8EE73E05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 flipV="1">
                    <a:off x="8348466" y="2937815"/>
                    <a:ext cx="8602" cy="839634"/>
                  </a:xfrm>
                  <a:prstGeom prst="straightConnector1">
                    <a:avLst/>
                  </a:prstGeom>
                  <a:ln w="38100">
                    <a:solidFill>
                      <a:srgbClr val="FF0000"/>
                    </a:solidFill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7" name="Straight Arrow Connector 86">
                    <a:extLst>
                      <a:ext uri="{FF2B5EF4-FFF2-40B4-BE49-F238E27FC236}">
                        <a16:creationId xmlns:a16="http://schemas.microsoft.com/office/drawing/2014/main" id="{543195C1-5484-C531-6CBC-F7A99160E4B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6979911" y="3764902"/>
                    <a:ext cx="1374151" cy="1574178"/>
                  </a:xfrm>
                  <a:prstGeom prst="straightConnector1">
                    <a:avLst/>
                  </a:prstGeom>
                  <a:ln w="38100">
                    <a:solidFill>
                      <a:srgbClr val="FFC000"/>
                    </a:solidFill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8" name="Straight Arrow Connector 87">
                    <a:extLst>
                      <a:ext uri="{FF2B5EF4-FFF2-40B4-BE49-F238E27FC236}">
                        <a16:creationId xmlns:a16="http://schemas.microsoft.com/office/drawing/2014/main" id="{4E33439A-844F-D426-0CC2-2C37459F687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8348466" y="3346146"/>
                    <a:ext cx="353785" cy="415084"/>
                  </a:xfrm>
                  <a:prstGeom prst="straightConnector1">
                    <a:avLst/>
                  </a:prstGeom>
                  <a:ln w="38100">
                    <a:solidFill>
                      <a:srgbClr val="FF0000"/>
                    </a:solidFill>
                    <a:prstDash val="sysDot"/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2" name="Straight Arrow Connector 91">
                    <a:extLst>
                      <a:ext uri="{FF2B5EF4-FFF2-40B4-BE49-F238E27FC236}">
                        <a16:creationId xmlns:a16="http://schemas.microsoft.com/office/drawing/2014/main" id="{0C4C9419-C147-A72F-5A39-6310D008238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 flipV="1">
                    <a:off x="9304867" y="1877148"/>
                    <a:ext cx="390735" cy="66330"/>
                  </a:xfrm>
                  <a:prstGeom prst="straightConnector1">
                    <a:avLst/>
                  </a:prstGeom>
                  <a:ln w="38100">
                    <a:solidFill>
                      <a:srgbClr val="FF0000"/>
                    </a:solidFill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3" name="Straight Arrow Connector 92">
                    <a:extLst>
                      <a:ext uri="{FF2B5EF4-FFF2-40B4-BE49-F238E27FC236}">
                        <a16:creationId xmlns:a16="http://schemas.microsoft.com/office/drawing/2014/main" id="{05F2915D-4D4D-14B2-2BA1-31FAD1EE1A9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 flipV="1">
                    <a:off x="9683732" y="1436842"/>
                    <a:ext cx="5232" cy="541308"/>
                  </a:xfrm>
                  <a:prstGeom prst="straightConnector1">
                    <a:avLst/>
                  </a:prstGeom>
                  <a:ln w="38100">
                    <a:solidFill>
                      <a:srgbClr val="FF0000"/>
                    </a:solidFill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4" name="Straight Arrow Connector 93">
                    <a:extLst>
                      <a:ext uri="{FF2B5EF4-FFF2-40B4-BE49-F238E27FC236}">
                        <a16:creationId xmlns:a16="http://schemas.microsoft.com/office/drawing/2014/main" id="{44A67F2D-15E6-E9E8-844F-B543B9585D2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9680362" y="1678371"/>
                    <a:ext cx="263920" cy="283560"/>
                  </a:xfrm>
                  <a:prstGeom prst="straightConnector1">
                    <a:avLst/>
                  </a:prstGeom>
                  <a:ln w="38100">
                    <a:solidFill>
                      <a:srgbClr val="FF0000"/>
                    </a:solidFill>
                    <a:prstDash val="sysDot"/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mc:AlternateContent xmlns:mc="http://schemas.openxmlformats.org/markup-compatibility/2006">
                <mc:Choice xmlns:a14="http://schemas.microsoft.com/office/drawing/2010/main" Requires="a14">
                  <p:sp>
                    <p:nvSpPr>
                      <p:cNvPr id="95" name="TextBox 94">
                        <a:extLst>
                          <a:ext uri="{FF2B5EF4-FFF2-40B4-BE49-F238E27FC236}">
                            <a16:creationId xmlns:a16="http://schemas.microsoft.com/office/drawing/2014/main" id="{DE5BE3E4-E2D9-91AE-5EAE-2541BB566727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9113409" y="973536"/>
                        <a:ext cx="1214538" cy="461665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400" b="0" i="1" smtClean="0">
                                      <a:ln>
                                        <a:noFill/>
                                      </a:ln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 smtClean="0">
                                      <a:ln>
                                        <a:noFill/>
                                      </a:ln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n>
                                        <a:noFill/>
                                      </a:ln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en-US" sz="240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</a:endParaRPr>
                      </a:p>
                    </p:txBody>
                  </p:sp>
                </mc:Choice>
                <mc:Fallback>
                  <p:sp>
                    <p:nvSpPr>
                      <p:cNvPr id="95" name="TextBox 94">
                        <a:extLst>
                          <a:ext uri="{FF2B5EF4-FFF2-40B4-BE49-F238E27FC236}">
                            <a16:creationId xmlns:a16="http://schemas.microsoft.com/office/drawing/2014/main" id="{DE5BE3E4-E2D9-91AE-5EAE-2541BB566727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9113409" y="973536"/>
                        <a:ext cx="1214538" cy="461665"/>
                      </a:xfrm>
                      <a:prstGeom prst="rect">
                        <a:avLst/>
                      </a:prstGeom>
                      <a:blipFill>
                        <a:blip r:embed="rId15"/>
                        <a:stretch>
                          <a:fillRect b="-9333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>
                <mc:Choice xmlns:a14="http://schemas.microsoft.com/office/drawing/2010/main" Requires="a14">
                  <p:sp>
                    <p:nvSpPr>
                      <p:cNvPr id="96" name="TextBox 95">
                        <a:extLst>
                          <a:ext uri="{FF2B5EF4-FFF2-40B4-BE49-F238E27FC236}">
                            <a16:creationId xmlns:a16="http://schemas.microsoft.com/office/drawing/2014/main" id="{3D8B43E6-6039-47C5-A9AA-5CFE605BD923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9799678" y="1289248"/>
                        <a:ext cx="471763" cy="461665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400" b="0" i="1" smtClean="0">
                                      <a:ln>
                                        <a:noFill/>
                                      </a:ln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 smtClean="0">
                                      <a:ln>
                                        <a:noFill/>
                                      </a:ln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n>
                                        <a:noFill/>
                                      </a:ln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en-US" sz="240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</a:endParaRPr>
                      </a:p>
                    </p:txBody>
                  </p:sp>
                </mc:Choice>
                <mc:Fallback>
                  <p:sp>
                    <p:nvSpPr>
                      <p:cNvPr id="96" name="TextBox 95">
                        <a:extLst>
                          <a:ext uri="{FF2B5EF4-FFF2-40B4-BE49-F238E27FC236}">
                            <a16:creationId xmlns:a16="http://schemas.microsoft.com/office/drawing/2014/main" id="{3D8B43E6-6039-47C5-A9AA-5CFE605BD923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9799678" y="1289248"/>
                        <a:ext cx="471763" cy="461665"/>
                      </a:xfrm>
                      <a:prstGeom prst="rect">
                        <a:avLst/>
                      </a:prstGeom>
                      <a:blipFill>
                        <a:blip r:embed="rId16"/>
                        <a:stretch>
                          <a:fillRect b="-1316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>
                <mc:Choice xmlns:a14="http://schemas.microsoft.com/office/drawing/2010/main" Requires="a14">
                  <p:sp>
                    <p:nvSpPr>
                      <p:cNvPr id="97" name="TextBox 96">
                        <a:extLst>
                          <a:ext uri="{FF2B5EF4-FFF2-40B4-BE49-F238E27FC236}">
                            <a16:creationId xmlns:a16="http://schemas.microsoft.com/office/drawing/2014/main" id="{26194C53-F6B3-BF8C-C3CB-1749FBB306B7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9200836" y="1474499"/>
                        <a:ext cx="604895" cy="461665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400" b="0" i="1" smtClean="0">
                                      <a:ln>
                                        <a:noFill/>
                                      </a:ln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 smtClean="0">
                                      <a:ln>
                                        <a:noFill/>
                                      </a:ln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n>
                                        <a:noFill/>
                                      </a:ln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en-US" sz="240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</a:endParaRPr>
                      </a:p>
                    </p:txBody>
                  </p:sp>
                </mc:Choice>
                <mc:Fallback>
                  <p:sp>
                    <p:nvSpPr>
                      <p:cNvPr id="97" name="TextBox 96">
                        <a:extLst>
                          <a:ext uri="{FF2B5EF4-FFF2-40B4-BE49-F238E27FC236}">
                            <a16:creationId xmlns:a16="http://schemas.microsoft.com/office/drawing/2014/main" id="{26194C53-F6B3-BF8C-C3CB-1749FBB306B7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9200836" y="1474499"/>
                        <a:ext cx="604895" cy="461665"/>
                      </a:xfrm>
                      <a:prstGeom prst="rect">
                        <a:avLst/>
                      </a:prstGeom>
                      <a:blipFill>
                        <a:blip r:embed="rId17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sp>
                <p:nvSpPr>
                  <p:cNvPr id="98" name="Arc 97">
                    <a:extLst>
                      <a:ext uri="{FF2B5EF4-FFF2-40B4-BE49-F238E27FC236}">
                        <a16:creationId xmlns:a16="http://schemas.microsoft.com/office/drawing/2014/main" id="{28AC83C2-F08A-6620-A1B0-49133047F5C4}"/>
                      </a:ext>
                    </a:extLst>
                  </p:cNvPr>
                  <p:cNvSpPr/>
                  <p:nvPr/>
                </p:nvSpPr>
                <p:spPr>
                  <a:xfrm>
                    <a:off x="7945884" y="3458550"/>
                    <a:ext cx="145784" cy="492971"/>
                  </a:xfrm>
                  <a:prstGeom prst="arc">
                    <a:avLst>
                      <a:gd name="adj1" fmla="val 2678578"/>
                      <a:gd name="adj2" fmla="val 19252713"/>
                    </a:avLst>
                  </a:prstGeom>
                  <a:ln>
                    <a:solidFill>
                      <a:srgbClr val="FFFF00"/>
                    </a:solidFill>
                    <a:headEnd type="none" w="med" len="med"/>
                    <a:tailEnd type="arrow" w="med" len="med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99" name="Arc 98">
                    <a:extLst>
                      <a:ext uri="{FF2B5EF4-FFF2-40B4-BE49-F238E27FC236}">
                        <a16:creationId xmlns:a16="http://schemas.microsoft.com/office/drawing/2014/main" id="{B94F435A-58A0-5AA0-01A8-6CABE205238F}"/>
                      </a:ext>
                    </a:extLst>
                  </p:cNvPr>
                  <p:cNvSpPr/>
                  <p:nvPr/>
                </p:nvSpPr>
                <p:spPr>
                  <a:xfrm rot="5573780" flipH="1">
                    <a:off x="8275140" y="3001302"/>
                    <a:ext cx="140639" cy="432736"/>
                  </a:xfrm>
                  <a:prstGeom prst="arc">
                    <a:avLst>
                      <a:gd name="adj1" fmla="val 2678578"/>
                      <a:gd name="adj2" fmla="val 19252713"/>
                    </a:avLst>
                  </a:prstGeom>
                  <a:ln>
                    <a:solidFill>
                      <a:srgbClr val="FFFF00"/>
                    </a:solidFill>
                    <a:headEnd type="none" w="med" len="med"/>
                    <a:tailEnd type="arrow" w="med" len="med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00" name="Arc 99">
                    <a:extLst>
                      <a:ext uri="{FF2B5EF4-FFF2-40B4-BE49-F238E27FC236}">
                        <a16:creationId xmlns:a16="http://schemas.microsoft.com/office/drawing/2014/main" id="{10339A4D-364F-C9DE-AB68-2AE9EC15E02C}"/>
                      </a:ext>
                    </a:extLst>
                  </p:cNvPr>
                  <p:cNvSpPr/>
                  <p:nvPr/>
                </p:nvSpPr>
                <p:spPr>
                  <a:xfrm rot="7200403" flipH="1">
                    <a:off x="8509750" y="3341029"/>
                    <a:ext cx="104426" cy="350246"/>
                  </a:xfrm>
                  <a:prstGeom prst="arc">
                    <a:avLst>
                      <a:gd name="adj1" fmla="val 2678578"/>
                      <a:gd name="adj2" fmla="val 19252713"/>
                    </a:avLst>
                  </a:prstGeom>
                  <a:ln>
                    <a:solidFill>
                      <a:srgbClr val="FFFF00"/>
                    </a:solidFill>
                    <a:headEnd type="none" w="med" len="med"/>
                    <a:tailEnd type="arrow" w="med" len="med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mc:AlternateContent xmlns:mc="http://schemas.openxmlformats.org/markup-compatibility/2006">
                <mc:Choice xmlns:a14="http://schemas.microsoft.com/office/drawing/2010/main" Requires="a14">
                  <p:sp>
                    <p:nvSpPr>
                      <p:cNvPr id="101" name="TextBox 100">
                        <a:extLst>
                          <a:ext uri="{FF2B5EF4-FFF2-40B4-BE49-F238E27FC236}">
                            <a16:creationId xmlns:a16="http://schemas.microsoft.com/office/drawing/2014/main" id="{43ED1EEF-9CE3-7E49-54CA-0C3C77460C25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7781430" y="2905674"/>
                        <a:ext cx="471763" cy="461665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sz="2400" i="1" smtClean="0">
                                  <a:ln>
                                    <a:noFill/>
                                  </a:ln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oMath>
                          </m:oMathPara>
                        </a14:m>
                        <a:endParaRPr lang="en-US" sz="2400" dirty="0">
                          <a:ln>
                            <a:noFill/>
                          </a:ln>
                          <a:solidFill>
                            <a:srgbClr val="FFFF00"/>
                          </a:solidFill>
                        </a:endParaRPr>
                      </a:p>
                    </p:txBody>
                  </p:sp>
                </mc:Choice>
                <mc:Fallback>
                  <p:sp>
                    <p:nvSpPr>
                      <p:cNvPr id="101" name="TextBox 100">
                        <a:extLst>
                          <a:ext uri="{FF2B5EF4-FFF2-40B4-BE49-F238E27FC236}">
                            <a16:creationId xmlns:a16="http://schemas.microsoft.com/office/drawing/2014/main" id="{43ED1EEF-9CE3-7E49-54CA-0C3C77460C25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7781430" y="2905674"/>
                        <a:ext cx="471763" cy="461665"/>
                      </a:xfrm>
                      <a:prstGeom prst="rect">
                        <a:avLst/>
                      </a:prstGeom>
                      <a:blipFill>
                        <a:blip r:embed="rId18"/>
                        <a:stretch>
                          <a:fillRect l="-2564" b="-16000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>
                <mc:Choice xmlns:a14="http://schemas.microsoft.com/office/drawing/2010/main" Requires="a14">
                  <p:sp>
                    <p:nvSpPr>
                      <p:cNvPr id="102" name="TextBox 101">
                        <a:extLst>
                          <a:ext uri="{FF2B5EF4-FFF2-40B4-BE49-F238E27FC236}">
                            <a16:creationId xmlns:a16="http://schemas.microsoft.com/office/drawing/2014/main" id="{6127D515-1749-EDA4-C574-DD2BB0A093AA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7577419" y="3613723"/>
                        <a:ext cx="471763" cy="461665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sz="2400" b="0" i="1" smtClean="0">
                                  <a:ln>
                                    <a:noFill/>
                                  </a:ln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oMath>
                          </m:oMathPara>
                        </a14:m>
                        <a:endParaRPr lang="en-US" sz="2400" dirty="0">
                          <a:ln>
                            <a:noFill/>
                          </a:ln>
                          <a:solidFill>
                            <a:srgbClr val="FFFF00"/>
                          </a:solidFill>
                        </a:endParaRPr>
                      </a:p>
                    </p:txBody>
                  </p:sp>
                </mc:Choice>
                <mc:Fallback>
                  <p:sp>
                    <p:nvSpPr>
                      <p:cNvPr id="102" name="TextBox 101">
                        <a:extLst>
                          <a:ext uri="{FF2B5EF4-FFF2-40B4-BE49-F238E27FC236}">
                            <a16:creationId xmlns:a16="http://schemas.microsoft.com/office/drawing/2014/main" id="{6127D515-1749-EDA4-C574-DD2BB0A093AA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7577419" y="3613723"/>
                        <a:ext cx="471763" cy="461665"/>
                      </a:xfrm>
                      <a:prstGeom prst="rect">
                        <a:avLst/>
                      </a:prstGeom>
                      <a:blipFill>
                        <a:blip r:embed="rId19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>
                <mc:Choice xmlns:a14="http://schemas.microsoft.com/office/drawing/2010/main" Requires="a14">
                  <p:sp>
                    <p:nvSpPr>
                      <p:cNvPr id="103" name="TextBox 102">
                        <a:extLst>
                          <a:ext uri="{FF2B5EF4-FFF2-40B4-BE49-F238E27FC236}">
                            <a16:creationId xmlns:a16="http://schemas.microsoft.com/office/drawing/2014/main" id="{0668F678-9DAA-C260-C1D6-9BADAA53E723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8612406" y="3382891"/>
                        <a:ext cx="471763" cy="461665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sz="2400" b="0" i="1" smtClean="0">
                                  <a:ln>
                                    <a:noFill/>
                                  </a:ln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𝜒</m:t>
                              </m:r>
                            </m:oMath>
                          </m:oMathPara>
                        </a14:m>
                        <a:endParaRPr lang="en-US" sz="2400" dirty="0">
                          <a:ln>
                            <a:noFill/>
                          </a:ln>
                          <a:solidFill>
                            <a:srgbClr val="FFFF00"/>
                          </a:solidFill>
                        </a:endParaRPr>
                      </a:p>
                    </p:txBody>
                  </p:sp>
                </mc:Choice>
                <mc:Fallback>
                  <p:sp>
                    <p:nvSpPr>
                      <p:cNvPr id="103" name="TextBox 102">
                        <a:extLst>
                          <a:ext uri="{FF2B5EF4-FFF2-40B4-BE49-F238E27FC236}">
                            <a16:creationId xmlns:a16="http://schemas.microsoft.com/office/drawing/2014/main" id="{0668F678-9DAA-C260-C1D6-9BADAA53E723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8612406" y="3382891"/>
                        <a:ext cx="471763" cy="461665"/>
                      </a:xfrm>
                      <a:prstGeom prst="rect">
                        <a:avLst/>
                      </a:prstGeom>
                      <a:blipFill>
                        <a:blip r:embed="rId20"/>
                        <a:stretch>
                          <a:fillRect b="-6579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cxnSp>
                <p:nvCxnSpPr>
                  <p:cNvPr id="107" name="Straight Arrow Connector 106">
                    <a:extLst>
                      <a:ext uri="{FF2B5EF4-FFF2-40B4-BE49-F238E27FC236}">
                        <a16:creationId xmlns:a16="http://schemas.microsoft.com/office/drawing/2014/main" id="{1DFE7E19-FD63-922A-4FFE-CF4BE541B11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 flipV="1">
                    <a:off x="8467808" y="1946469"/>
                    <a:ext cx="489557" cy="8998"/>
                  </a:xfrm>
                  <a:prstGeom prst="straightConnector1">
                    <a:avLst/>
                  </a:prstGeom>
                  <a:ln w="38100">
                    <a:solidFill>
                      <a:srgbClr val="FF0000"/>
                    </a:solidFill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8" name="Straight Arrow Connector 107">
                    <a:extLst>
                      <a:ext uri="{FF2B5EF4-FFF2-40B4-BE49-F238E27FC236}">
                        <a16:creationId xmlns:a16="http://schemas.microsoft.com/office/drawing/2014/main" id="{41CA21A3-7B22-B5DD-263C-51B93D4E3F6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 flipV="1">
                    <a:off x="8945495" y="1428040"/>
                    <a:ext cx="5232" cy="541308"/>
                  </a:xfrm>
                  <a:prstGeom prst="straightConnector1">
                    <a:avLst/>
                  </a:prstGeom>
                  <a:ln w="38100">
                    <a:solidFill>
                      <a:srgbClr val="FF0000"/>
                    </a:solidFill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9" name="Straight Arrow Connector 108">
                    <a:extLst>
                      <a:ext uri="{FF2B5EF4-FFF2-40B4-BE49-F238E27FC236}">
                        <a16:creationId xmlns:a16="http://schemas.microsoft.com/office/drawing/2014/main" id="{EAFB59C4-3BBE-2948-6250-8EC557C875B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8942125" y="1669569"/>
                    <a:ext cx="263920" cy="283560"/>
                  </a:xfrm>
                  <a:prstGeom prst="straightConnector1">
                    <a:avLst/>
                  </a:prstGeom>
                  <a:ln w="38100">
                    <a:solidFill>
                      <a:srgbClr val="FF0000"/>
                    </a:solidFill>
                    <a:prstDash val="sysDot"/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mc:AlternateContent xmlns:mc="http://schemas.openxmlformats.org/markup-compatibility/2006">
                <mc:Choice xmlns:a14="http://schemas.microsoft.com/office/drawing/2010/main" Requires="a14">
                  <p:sp>
                    <p:nvSpPr>
                      <p:cNvPr id="110" name="TextBox 109">
                        <a:extLst>
                          <a:ext uri="{FF2B5EF4-FFF2-40B4-BE49-F238E27FC236}">
                            <a16:creationId xmlns:a16="http://schemas.microsoft.com/office/drawing/2014/main" id="{E4E908AB-E1A2-59FA-75E3-061E711F1242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8288746" y="976558"/>
                        <a:ext cx="1214538" cy="461665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400" b="0" i="1" smtClean="0">
                                      <a:ln>
                                        <a:noFill/>
                                      </a:ln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n>
                                        <a:noFill/>
                                      </a:ln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n>
                                        <a:noFill/>
                                      </a:ln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en-US" sz="240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</a:endParaRPr>
                      </a:p>
                    </p:txBody>
                  </p:sp>
                </mc:Choice>
                <mc:Fallback>
                  <p:sp>
                    <p:nvSpPr>
                      <p:cNvPr id="110" name="TextBox 109">
                        <a:extLst>
                          <a:ext uri="{FF2B5EF4-FFF2-40B4-BE49-F238E27FC236}">
                            <a16:creationId xmlns:a16="http://schemas.microsoft.com/office/drawing/2014/main" id="{E4E908AB-E1A2-59FA-75E3-061E711F1242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8288746" y="976558"/>
                        <a:ext cx="1214538" cy="461665"/>
                      </a:xfrm>
                      <a:prstGeom prst="rect">
                        <a:avLst/>
                      </a:prstGeom>
                      <a:blipFill>
                        <a:blip r:embed="rId21"/>
                        <a:stretch>
                          <a:fillRect b="-9211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>
                <mc:Choice xmlns:a14="http://schemas.microsoft.com/office/drawing/2010/main" Requires="a14">
                  <p:sp>
                    <p:nvSpPr>
                      <p:cNvPr id="111" name="TextBox 110">
                        <a:extLst>
                          <a:ext uri="{FF2B5EF4-FFF2-40B4-BE49-F238E27FC236}">
                            <a16:creationId xmlns:a16="http://schemas.microsoft.com/office/drawing/2014/main" id="{C94ADF84-C945-D8AC-BCB8-C5E39C0FDE1E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8957365" y="1223109"/>
                        <a:ext cx="471763" cy="461665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400" b="0" i="1" smtClean="0">
                                      <a:ln>
                                        <a:noFill/>
                                      </a:ln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 smtClean="0">
                                      <a:ln>
                                        <a:noFill/>
                                      </a:ln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n>
                                        <a:noFill/>
                                      </a:ln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en-US" sz="240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</a:endParaRPr>
                      </a:p>
                    </p:txBody>
                  </p:sp>
                </mc:Choice>
                <mc:Fallback>
                  <p:sp>
                    <p:nvSpPr>
                      <p:cNvPr id="111" name="TextBox 110">
                        <a:extLst>
                          <a:ext uri="{FF2B5EF4-FFF2-40B4-BE49-F238E27FC236}">
                            <a16:creationId xmlns:a16="http://schemas.microsoft.com/office/drawing/2014/main" id="{C94ADF84-C945-D8AC-BCB8-C5E39C0FDE1E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8957365" y="1223109"/>
                        <a:ext cx="471763" cy="461665"/>
                      </a:xfrm>
                      <a:prstGeom prst="rect">
                        <a:avLst/>
                      </a:prstGeom>
                      <a:blipFill>
                        <a:blip r:embed="rId22"/>
                        <a:stretch>
                          <a:fillRect b="-1333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>
                <mc:Choice xmlns:a14="http://schemas.microsoft.com/office/drawing/2010/main" Requires="a14">
                  <p:sp>
                    <p:nvSpPr>
                      <p:cNvPr id="112" name="TextBox 111">
                        <a:extLst>
                          <a:ext uri="{FF2B5EF4-FFF2-40B4-BE49-F238E27FC236}">
                            <a16:creationId xmlns:a16="http://schemas.microsoft.com/office/drawing/2014/main" id="{13E65EE4-9F64-6B93-C0B8-7932663E4328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8071103" y="1483099"/>
                        <a:ext cx="580305" cy="461665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400" b="0" i="1" smtClean="0">
                                      <a:ln>
                                        <a:noFill/>
                                      </a:ln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 smtClean="0">
                                      <a:ln>
                                        <a:noFill/>
                                      </a:ln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n>
                                        <a:noFill/>
                                      </a:ln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en-US" sz="240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</a:endParaRPr>
                      </a:p>
                    </p:txBody>
                  </p:sp>
                </mc:Choice>
                <mc:Fallback>
                  <p:sp>
                    <p:nvSpPr>
                      <p:cNvPr id="112" name="TextBox 111">
                        <a:extLst>
                          <a:ext uri="{FF2B5EF4-FFF2-40B4-BE49-F238E27FC236}">
                            <a16:creationId xmlns:a16="http://schemas.microsoft.com/office/drawing/2014/main" id="{13E65EE4-9F64-6B93-C0B8-7932663E4328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8071103" y="1483099"/>
                        <a:ext cx="580305" cy="461665"/>
                      </a:xfrm>
                      <a:prstGeom prst="rect">
                        <a:avLst/>
                      </a:prstGeom>
                      <a:blipFill>
                        <a:blip r:embed="rId23"/>
                        <a:stretch>
                          <a:fillRect b="-1316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</p:grpSp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8D03BD76-B2DF-0FCB-D024-C0A0E2EDF0C7}"/>
                  </a:ext>
                </a:extLst>
              </p:cNvPr>
              <p:cNvSpPr txBox="1"/>
              <p:nvPr/>
            </p:nvSpPr>
            <p:spPr>
              <a:xfrm>
                <a:off x="6398969" y="5377608"/>
                <a:ext cx="20726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rgbClr val="FFC000"/>
                    </a:solidFill>
                  </a:rPr>
                  <a:t>X-ray beam</a:t>
                </a:r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70" name="TextBox 169">
                  <a:extLst>
                    <a:ext uri="{FF2B5EF4-FFF2-40B4-BE49-F238E27FC236}">
                      <a16:creationId xmlns:a16="http://schemas.microsoft.com/office/drawing/2014/main" id="{7EE1CA6D-0BDD-334D-7204-7D9E3E080BCD}"/>
                    </a:ext>
                  </a:extLst>
                </p:cNvPr>
                <p:cNvSpPr txBox="1"/>
                <p:nvPr/>
              </p:nvSpPr>
              <p:spPr>
                <a:xfrm>
                  <a:off x="7313339" y="3269438"/>
                  <a:ext cx="471763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ln>
                                  <a:noFill/>
                                </a:ln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n>
                                  <a:noFill/>
                                </a:ln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n>
                                  <a:noFill/>
                                </a:ln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</m:oMath>
                    </m:oMathPara>
                  </a14:m>
                  <a:endParaRPr lang="en-US" sz="2400" dirty="0">
                    <a:ln>
                      <a:noFill/>
                    </a:ln>
                    <a:solidFill>
                      <a:srgbClr val="FF0000"/>
                    </a:solidFill>
                  </a:endParaRPr>
                </a:p>
              </p:txBody>
            </p:sp>
          </mc:Choice>
          <mc:Fallback>
            <p:sp>
              <p:nvSpPr>
                <p:cNvPr id="170" name="TextBox 169">
                  <a:extLst>
                    <a:ext uri="{FF2B5EF4-FFF2-40B4-BE49-F238E27FC236}">
                      <a16:creationId xmlns:a16="http://schemas.microsoft.com/office/drawing/2014/main" id="{7EE1CA6D-0BDD-334D-7204-7D9E3E080BC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13339" y="3269438"/>
                  <a:ext cx="471763" cy="461665"/>
                </a:xfrm>
                <a:prstGeom prst="rect">
                  <a:avLst/>
                </a:prstGeom>
                <a:blipFill>
                  <a:blip r:embed="rId2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71" name="TextBox 170">
                  <a:extLst>
                    <a:ext uri="{FF2B5EF4-FFF2-40B4-BE49-F238E27FC236}">
                      <a16:creationId xmlns:a16="http://schemas.microsoft.com/office/drawing/2014/main" id="{1A6E1396-D59C-A924-D9BA-C7D0EA1F2E67}"/>
                    </a:ext>
                  </a:extLst>
                </p:cNvPr>
                <p:cNvSpPr txBox="1"/>
                <p:nvPr/>
              </p:nvSpPr>
              <p:spPr>
                <a:xfrm>
                  <a:off x="8018914" y="2473127"/>
                  <a:ext cx="471763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ln>
                                  <a:noFill/>
                                </a:ln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smtClean="0">
                                <a:ln>
                                  <a:noFill/>
                                </a:ln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400" b="0" i="1" smtClean="0">
                                <a:ln>
                                  <a:noFill/>
                                </a:ln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</m:oMath>
                    </m:oMathPara>
                  </a14:m>
                  <a:endParaRPr lang="en-US" sz="2400" dirty="0">
                    <a:ln>
                      <a:noFill/>
                    </a:ln>
                    <a:solidFill>
                      <a:srgbClr val="FF0000"/>
                    </a:solidFill>
                  </a:endParaRPr>
                </a:p>
              </p:txBody>
            </p:sp>
          </mc:Choice>
          <mc:Fallback>
            <p:sp>
              <p:nvSpPr>
                <p:cNvPr id="171" name="TextBox 170">
                  <a:extLst>
                    <a:ext uri="{FF2B5EF4-FFF2-40B4-BE49-F238E27FC236}">
                      <a16:creationId xmlns:a16="http://schemas.microsoft.com/office/drawing/2014/main" id="{1A6E1396-D59C-A924-D9BA-C7D0EA1F2E6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18914" y="2473127"/>
                  <a:ext cx="471763" cy="461665"/>
                </a:xfrm>
                <a:prstGeom prst="rect">
                  <a:avLst/>
                </a:prstGeom>
                <a:blipFill>
                  <a:blip r:embed="rId25"/>
                  <a:stretch>
                    <a:fillRect l="-1282" b="-9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72" name="TextBox 171">
                  <a:extLst>
                    <a:ext uri="{FF2B5EF4-FFF2-40B4-BE49-F238E27FC236}">
                      <a16:creationId xmlns:a16="http://schemas.microsoft.com/office/drawing/2014/main" id="{E617827D-CACF-6123-22EF-77319CC328CC}"/>
                    </a:ext>
                  </a:extLst>
                </p:cNvPr>
                <p:cNvSpPr txBox="1"/>
                <p:nvPr/>
              </p:nvSpPr>
              <p:spPr>
                <a:xfrm>
                  <a:off x="8591624" y="2918974"/>
                  <a:ext cx="471763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ln>
                                  <a:noFill/>
                                </a:ln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n>
                                  <a:noFill/>
                                </a:ln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sz="2400" b="0" i="1" smtClean="0">
                                <a:ln>
                                  <a:noFill/>
                                </a:ln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</m:oMath>
                    </m:oMathPara>
                  </a14:m>
                  <a:endParaRPr lang="en-US" sz="2400" dirty="0">
                    <a:ln>
                      <a:noFill/>
                    </a:ln>
                    <a:solidFill>
                      <a:srgbClr val="FF0000"/>
                    </a:solidFill>
                  </a:endParaRPr>
                </a:p>
              </p:txBody>
            </p:sp>
          </mc:Choice>
          <mc:Fallback>
            <p:sp>
              <p:nvSpPr>
                <p:cNvPr id="172" name="TextBox 171">
                  <a:extLst>
                    <a:ext uri="{FF2B5EF4-FFF2-40B4-BE49-F238E27FC236}">
                      <a16:creationId xmlns:a16="http://schemas.microsoft.com/office/drawing/2014/main" id="{E617827D-CACF-6123-22EF-77319CC328C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91624" y="2918974"/>
                  <a:ext cx="471763" cy="461665"/>
                </a:xfrm>
                <a:prstGeom prst="rect">
                  <a:avLst/>
                </a:prstGeom>
                <a:blipFill>
                  <a:blip r:embed="rId2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76" name="Straight Arrow Connector 175">
              <a:extLst>
                <a:ext uri="{FF2B5EF4-FFF2-40B4-BE49-F238E27FC236}">
                  <a16:creationId xmlns:a16="http://schemas.microsoft.com/office/drawing/2014/main" id="{1C2B4816-81A8-2646-0898-B137118A7BDB}"/>
                </a:ext>
              </a:extLst>
            </p:cNvPr>
            <p:cNvCxnSpPr/>
            <p:nvPr/>
          </p:nvCxnSpPr>
          <p:spPr>
            <a:xfrm flipV="1">
              <a:off x="9944282" y="1900981"/>
              <a:ext cx="0" cy="314844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77" name="TextBox 176">
                  <a:extLst>
                    <a:ext uri="{FF2B5EF4-FFF2-40B4-BE49-F238E27FC236}">
                      <a16:creationId xmlns:a16="http://schemas.microsoft.com/office/drawing/2014/main" id="{76D35460-8744-A60C-2631-2E88CA0AB897}"/>
                    </a:ext>
                  </a:extLst>
                </p:cNvPr>
                <p:cNvSpPr txBox="1"/>
                <p:nvPr/>
              </p:nvSpPr>
              <p:spPr>
                <a:xfrm>
                  <a:off x="9976231" y="1788023"/>
                  <a:ext cx="603749" cy="55720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sz="2800" b="0" i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  <m:sSub>
                          <m:sSubPr>
                            <m:ctrlPr>
                              <a:rPr lang="en-US" sz="28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sz="28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sz="2800" dirty="0">
                    <a:solidFill>
                      <a:schemeClr val="accent1"/>
                    </a:solidFill>
                  </a:endParaRPr>
                </a:p>
              </p:txBody>
            </p:sp>
          </mc:Choice>
          <mc:Fallback>
            <p:sp>
              <p:nvSpPr>
                <p:cNvPr id="177" name="TextBox 176">
                  <a:extLst>
                    <a:ext uri="{FF2B5EF4-FFF2-40B4-BE49-F238E27FC236}">
                      <a16:creationId xmlns:a16="http://schemas.microsoft.com/office/drawing/2014/main" id="{76D35460-8744-A60C-2631-2E88CA0AB89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76231" y="1788023"/>
                  <a:ext cx="603749" cy="557204"/>
                </a:xfrm>
                <a:prstGeom prst="rect">
                  <a:avLst/>
                </a:prstGeom>
                <a:blipFill>
                  <a:blip r:embed="rId27"/>
                  <a:stretch>
                    <a:fillRect r="-1111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7123753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243</TotalTime>
  <Words>36</Words>
  <Application>Microsoft Office PowerPoint</Application>
  <PresentationFormat>Widescreen</PresentationFormat>
  <Paragraphs>27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Cambria Math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Wolf, Caitlyn M. Dr. (Fed)</dc:creator>
  <cp:lastModifiedBy>Wolf, Caitlyn M. Dr. (Fed)</cp:lastModifiedBy>
  <cp:revision>11</cp:revision>
  <dcterms:created xsi:type="dcterms:W3CDTF">2026-07-07T13:14:57Z</dcterms:created>
  <dcterms:modified xsi:type="dcterms:W3CDTF">2026-07-07T17:18:38Z</dcterms:modified>
</cp:coreProperties>
</file>