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7CC2"/>
    <a:srgbClr val="454089"/>
    <a:srgbClr val="A15EC2"/>
    <a:srgbClr val="552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42A1A-44E4-5566-E0B6-D914C4C5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D6597-0562-06D0-7383-CB827AE2A1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8F543-D5CF-08D1-CF72-F3FDC3072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38F62-0B7F-56D8-A2AD-21D10D89D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BCA8C-DE27-8636-EF3E-6B46C086E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82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A380C-D553-0A64-7D51-47FF1C24F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4C880-E7DC-F70C-28D2-5EA584524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838A0-C5FA-AA5B-C62F-A7C97C6CC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CEF95-AE14-610C-16D7-7D2A2CA4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6A586-94E7-D2B3-9951-40507C500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9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B18F-56D2-F636-06EA-73D98EE52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8C9FB-29D5-AEC1-E56F-5D0EE8CFC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DF443-7501-5D72-B283-13B316732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1F0D0-6AFA-B8B4-6399-4145946A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854F1-990B-40A1-5ED8-AD92C9663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86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D5F2B-075B-412A-A93A-DCB41CC2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3F782-5CB2-C21B-0559-896B45125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E5A2D-CFBD-1B5C-E926-47D00F93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363D6C-6D2E-904C-1F0D-8779D5EA3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FBFAC-F60D-C870-61D9-1972ECBCF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111F6-24E5-9068-07A1-37BF59CF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624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0C7D-7012-83C6-FA4A-1ACD5110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A1577-4F14-BD14-BFF0-1B01AA009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6D8CF-39AC-3894-F867-799FF29019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DD38D-FE36-C2DA-F98A-32B4A92AF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D927E4-4FCF-8AC3-9295-09F371314F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5BD577-4A96-BB88-03D6-288AA27E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4DF73D-D7EA-14C4-CCF9-30F729A66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C6A9B4-1E5F-B293-6EA8-0E5EBA3FF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846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5115-55EA-E545-EF0C-8F3815675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0748E5-591B-CE08-501D-99E808AE5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DD705-01A3-6640-D6A7-FF6F1BCF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D824D1-04C8-1AC0-E5C5-C6B69813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06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8C4B4-574D-3665-BEF5-7AB2FB862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4F91E2-BD41-7812-82E5-A93BE08C2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DE9CC-30A6-9B08-73B8-B36E5CD91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73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4B74-38CD-F3FE-CDB4-03EF65B04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0CB2-FE85-3965-A3E2-F70BF1BD3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537FB-2D84-9BA4-B05F-0F6BEC5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FAD31-F367-3ABC-BFEA-CC14B017C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64558-D2BB-7858-4E94-9D5971E40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6E27B-A9D5-B54F-5435-F7C115724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2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FF19A-E7C2-539C-9245-A6D1C0B1A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A8B37-087B-03F4-AA38-7E9261C2AD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51538-B170-99E2-70C4-95CC64599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7DC0A-ECAE-1162-DFE6-55B675685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36509-11D5-A0AB-3580-889A0ECA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77724-E699-C630-DE05-A6EFF8BDE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438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FDF0-3F53-852D-C55A-CD76AC79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BC3E8-F948-7CF2-EDBF-B6A6C6D1C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C446C-36AA-A6B9-D3C0-6E3DF56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C4DF8-EC35-14DE-10B8-50F8AB7A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A21AB-F0B3-1C5A-767E-0FE0F24A1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20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065A20-DE35-896C-166B-AC271078C5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AB2A8-0584-C526-F328-C2D0D2163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C196C-6C05-31E4-C498-EA9C3F990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939E7-D184-F756-EEE7-F59539DD9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AA143-D4EF-AB65-8D50-9ACB1BAC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7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6356DB-2F47-8383-B0DB-60B3EC8A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1B76F-E45C-F1B0-8A74-2CDAE05D5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F3518-9F4C-3434-D124-384829E0C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EBB92-CA09-AA91-F555-7EE8CD0437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F5FF5-09B1-4CE7-0E96-9E6E16416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5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roup 163">
            <a:extLst>
              <a:ext uri="{FF2B5EF4-FFF2-40B4-BE49-F238E27FC236}">
                <a16:creationId xmlns:a16="http://schemas.microsoft.com/office/drawing/2014/main" id="{20F0693A-18AD-F34C-C131-868DD781475D}"/>
              </a:ext>
            </a:extLst>
          </p:cNvPr>
          <p:cNvGrpSpPr/>
          <p:nvPr/>
        </p:nvGrpSpPr>
        <p:grpSpPr>
          <a:xfrm>
            <a:off x="1351266" y="859486"/>
            <a:ext cx="4170680" cy="4973320"/>
            <a:chOff x="1351266" y="859486"/>
            <a:chExt cx="4170680" cy="4973320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A6F0167A-BDDF-4B6C-1E00-1297422D4D0E}"/>
                </a:ext>
              </a:extLst>
            </p:cNvPr>
            <p:cNvGrpSpPr/>
            <p:nvPr/>
          </p:nvGrpSpPr>
          <p:grpSpPr>
            <a:xfrm>
              <a:off x="1351266" y="859486"/>
              <a:ext cx="4170680" cy="4973320"/>
              <a:chOff x="1491311" y="744522"/>
              <a:chExt cx="4170680" cy="497332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AB3E7567-74CF-F27F-7E61-CF7639F2C437}"/>
                  </a:ext>
                </a:extLst>
              </p:cNvPr>
              <p:cNvSpPr/>
              <p:nvPr/>
            </p:nvSpPr>
            <p:spPr>
              <a:xfrm>
                <a:off x="1491311" y="744522"/>
                <a:ext cx="4170680" cy="4973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03D518DD-7A07-3AB6-936F-01172BFAE5D3}"/>
                  </a:ext>
                </a:extLst>
              </p:cNvPr>
              <p:cNvGrpSpPr/>
              <p:nvPr/>
            </p:nvGrpSpPr>
            <p:grpSpPr>
              <a:xfrm>
                <a:off x="1834833" y="761885"/>
                <a:ext cx="3544097" cy="4521745"/>
                <a:chOff x="1834833" y="761885"/>
                <a:chExt cx="3544097" cy="4521745"/>
              </a:xfrm>
            </p:grpSpPr>
            <p:pic>
              <p:nvPicPr>
                <p:cNvPr id="4" name="Picture 10">
                  <a:extLst>
                    <a:ext uri="{FF2B5EF4-FFF2-40B4-BE49-F238E27FC236}">
                      <a16:creationId xmlns:a16="http://schemas.microsoft.com/office/drawing/2014/main" id="{FBF8104F-35E6-26FC-94F0-FE9ACE2B13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 cstate="hqprint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29790" t="21826" r="34281" b="21564"/>
                <a:stretch>
                  <a:fillRect/>
                </a:stretch>
              </p:blipFill>
              <p:spPr bwMode="auto">
                <a:xfrm>
                  <a:off x="3515976" y="1229192"/>
                  <a:ext cx="1844587" cy="1757680"/>
                </a:xfrm>
                <a:prstGeom prst="rect">
                  <a:avLst/>
                </a:prstGeom>
                <a:noFill/>
                <a:scene3d>
                  <a:camera prst="isometricOffAxis2Left">
                    <a:rot lat="1080001" lon="1560002" rev="0"/>
                  </a:camera>
                  <a:lightRig rig="threePt" dir="t"/>
                </a:scene3d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EB9FDE01-D195-F44B-8A7D-5C55574E84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94396" y="2089305"/>
                  <a:ext cx="1326300" cy="18088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8A70E2FD-D28A-5679-6726-EB9A22F35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79156" y="2163432"/>
                  <a:ext cx="2070089" cy="17534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prstDash val="sys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9E22FF83-DCE2-8D40-CB27-F2FC1BA76EED}"/>
                    </a:ext>
                  </a:extLst>
                </p:cNvPr>
                <p:cNvSpPr/>
                <p:nvPr/>
              </p:nvSpPr>
              <p:spPr>
                <a:xfrm>
                  <a:off x="2264794" y="2831738"/>
                  <a:ext cx="1828800" cy="1828800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scene3d>
                  <a:camera prst="isometricOffAxis2Left"/>
                  <a:lightRig rig="threePt" dir="t"/>
                </a:scene3d>
                <a:sp3d extrusionH="1270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EFC1B3F-EF99-16E7-6C27-1B2DB36855AF}"/>
                    </a:ext>
                  </a:extLst>
                </p:cNvPr>
                <p:cNvSpPr/>
                <p:nvPr/>
              </p:nvSpPr>
              <p:spPr>
                <a:xfrm>
                  <a:off x="2254589" y="275553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9A40F0-DE81-F811-6C1F-6F207E82D423}"/>
                    </a:ext>
                  </a:extLst>
                </p:cNvPr>
                <p:cNvSpPr/>
                <p:nvPr/>
              </p:nvSpPr>
              <p:spPr>
                <a:xfrm>
                  <a:off x="3753189" y="299366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544156C-AEEA-8277-2B7C-5AAE3689A195}"/>
                    </a:ext>
                  </a:extLst>
                </p:cNvPr>
                <p:cNvSpPr/>
                <p:nvPr/>
              </p:nvSpPr>
              <p:spPr>
                <a:xfrm>
                  <a:off x="2554309" y="280316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86FF687-5F32-E28C-D2AC-31B672434AE7}"/>
                    </a:ext>
                  </a:extLst>
                </p:cNvPr>
                <p:cNvSpPr/>
                <p:nvPr/>
              </p:nvSpPr>
              <p:spPr>
                <a:xfrm>
                  <a:off x="3453469" y="294603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CE42651-D018-5251-597A-6AFDAB3CD3C1}"/>
                    </a:ext>
                  </a:extLst>
                </p:cNvPr>
                <p:cNvSpPr/>
                <p:nvPr/>
              </p:nvSpPr>
              <p:spPr>
                <a:xfrm>
                  <a:off x="2854029" y="285078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7A2C2466-BD82-3A6F-4B31-48C1E1B54580}"/>
                    </a:ext>
                  </a:extLst>
                </p:cNvPr>
                <p:cNvSpPr/>
                <p:nvPr/>
              </p:nvSpPr>
              <p:spPr>
                <a:xfrm>
                  <a:off x="3153749" y="289841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Arc 24">
                  <a:extLst>
                    <a:ext uri="{FF2B5EF4-FFF2-40B4-BE49-F238E27FC236}">
                      <a16:creationId xmlns:a16="http://schemas.microsoft.com/office/drawing/2014/main" id="{EEB0688E-9C1A-8289-17A9-3D104D04CE41}"/>
                    </a:ext>
                  </a:extLst>
                </p:cNvPr>
                <p:cNvSpPr/>
                <p:nvPr/>
              </p:nvSpPr>
              <p:spPr>
                <a:xfrm>
                  <a:off x="3422476" y="2595712"/>
                  <a:ext cx="914400" cy="914400"/>
                </a:xfrm>
                <a:prstGeom prst="arc">
                  <a:avLst>
                    <a:gd name="adj1" fmla="val 17295772"/>
                    <a:gd name="adj2" fmla="val 20243396"/>
                  </a:avLst>
                </a:prstGeom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50C8307-7488-F4A2-6537-8F515475E26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26685" y="2315375"/>
                      <a:ext cx="334327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rgbClr val="FFC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50C8307-7488-F4A2-6537-8F515475E26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26685" y="2315375"/>
                      <a:ext cx="334327" cy="52322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AA68CB5C-11BB-0FC5-3761-BF06CF1A57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35255" y="3741582"/>
                  <a:ext cx="659141" cy="15096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F32937E4-EB10-EB18-7169-74E8A65644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88800" y="3052912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B5D9FDEB-356C-5699-904C-DFF35B023D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4833" y="3879999"/>
                  <a:ext cx="1259563" cy="1403631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C545E071-570F-7F14-F865-B0FFD11D61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8800" y="3461243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0" name="TextBox 49">
                      <a:extLst>
                        <a:ext uri="{FF2B5EF4-FFF2-40B4-BE49-F238E27FC236}">
                          <a16:creationId xmlns:a16="http://schemas.microsoft.com/office/drawing/2014/main" id="{A1B789A1-82E9-7754-0203-1CAA8F82AE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19743" y="338755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0" name="TextBox 49">
                      <a:extLst>
                        <a:ext uri="{FF2B5EF4-FFF2-40B4-BE49-F238E27FC236}">
                          <a16:creationId xmlns:a16="http://schemas.microsoft.com/office/drawing/2014/main" id="{A1B789A1-82E9-7754-0203-1CAA8F82AE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19743" y="3387558"/>
                      <a:ext cx="471763" cy="4616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7B18F5E-1C52-5E28-EB40-8422865398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25318" y="2591247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7B18F5E-1C52-5E28-EB40-8422865398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25318" y="2591247"/>
                      <a:ext cx="471763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299" b="-7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CE6251B0-3E77-86FD-54DB-CAFD18610E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98028" y="3037094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CE6251B0-3E77-86FD-54DB-CAFD18610E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98028" y="3037094"/>
                      <a:ext cx="471763" cy="46166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23123876-5359-06CA-327A-D6970C2ED8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753189" y="1969937"/>
                  <a:ext cx="682747" cy="8863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EEA6DCD0-21D8-0313-4A5F-960AF4F11C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420696" y="1253613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BDF2C558-AF39-C723-443C-2A3AE03DE7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20696" y="1661944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55261840-D512-7AF5-7F1E-F16DB6B3F4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40184" y="761885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55261840-D512-7AF5-7F1E-F16DB6B3F4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40184" y="761885"/>
                      <a:ext cx="1214538" cy="461665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7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C7FF295A-288B-1C58-3DF3-74A38A7AE7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41591" y="1226946"/>
                      <a:ext cx="937339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C7FF295A-288B-1C58-3DF3-74A38A7AE7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41591" y="1226946"/>
                      <a:ext cx="937339" cy="461665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3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699E5800-19A1-72EB-D690-A8C71AB644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79310" y="1468427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699E5800-19A1-72EB-D690-A8C71AB644C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79310" y="1468427"/>
                      <a:ext cx="1214538" cy="461665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6" name="Arc 65">
                  <a:extLst>
                    <a:ext uri="{FF2B5EF4-FFF2-40B4-BE49-F238E27FC236}">
                      <a16:creationId xmlns:a16="http://schemas.microsoft.com/office/drawing/2014/main" id="{DE7BB537-DA46-97CC-E799-D7E702B2F68E}"/>
                    </a:ext>
                  </a:extLst>
                </p:cNvPr>
                <p:cNvSpPr/>
                <p:nvPr/>
              </p:nvSpPr>
              <p:spPr>
                <a:xfrm>
                  <a:off x="2686218" y="3573647"/>
                  <a:ext cx="145784" cy="492971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Arc 66">
                  <a:extLst>
                    <a:ext uri="{FF2B5EF4-FFF2-40B4-BE49-F238E27FC236}">
                      <a16:creationId xmlns:a16="http://schemas.microsoft.com/office/drawing/2014/main" id="{BF6F827A-5DF1-3BC2-1817-4F49244976B7}"/>
                    </a:ext>
                  </a:extLst>
                </p:cNvPr>
                <p:cNvSpPr/>
                <p:nvPr/>
              </p:nvSpPr>
              <p:spPr>
                <a:xfrm rot="5573780" flipH="1">
                  <a:off x="3015474" y="3116399"/>
                  <a:ext cx="140639" cy="43273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Arc 67">
                  <a:extLst>
                    <a:ext uri="{FF2B5EF4-FFF2-40B4-BE49-F238E27FC236}">
                      <a16:creationId xmlns:a16="http://schemas.microsoft.com/office/drawing/2014/main" id="{E6FC7A34-927E-2800-7DD9-BF9102364203}"/>
                    </a:ext>
                  </a:extLst>
                </p:cNvPr>
                <p:cNvSpPr/>
                <p:nvPr/>
              </p:nvSpPr>
              <p:spPr>
                <a:xfrm rot="7200403" flipH="1">
                  <a:off x="3250084" y="3456126"/>
                  <a:ext cx="104426" cy="35024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6CCA1040-2F02-6503-4CD9-E6A6C9A1F9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21764" y="3020771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6CCA1040-2F02-6503-4CD9-E6A6C9A1F9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21764" y="3020771"/>
                      <a:ext cx="471763" cy="461665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597" r="-1299" b="-157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1" name="TextBox 70">
                      <a:extLst>
                        <a:ext uri="{FF2B5EF4-FFF2-40B4-BE49-F238E27FC236}">
                          <a16:creationId xmlns:a16="http://schemas.microsoft.com/office/drawing/2014/main" id="{F9A8E00B-BD7B-F0A4-3845-ABB8B2EDCB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17753" y="3728820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1" name="TextBox 70">
                      <a:extLst>
                        <a:ext uri="{FF2B5EF4-FFF2-40B4-BE49-F238E27FC236}">
                          <a16:creationId xmlns:a16="http://schemas.microsoft.com/office/drawing/2014/main" id="{F9A8E00B-BD7B-F0A4-3845-ABB8B2EDCB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17753" y="3728820"/>
                      <a:ext cx="471763" cy="461665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2" name="TextBox 71">
                      <a:extLst>
                        <a:ext uri="{FF2B5EF4-FFF2-40B4-BE49-F238E27FC236}">
                          <a16:creationId xmlns:a16="http://schemas.microsoft.com/office/drawing/2014/main" id="{763200BE-AB01-D899-D0E9-14827637AA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52740" y="349798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2" name="TextBox 71">
                      <a:extLst>
                        <a:ext uri="{FF2B5EF4-FFF2-40B4-BE49-F238E27FC236}">
                          <a16:creationId xmlns:a16="http://schemas.microsoft.com/office/drawing/2014/main" id="{763200BE-AB01-D899-D0E9-14827637AA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52740" y="3497988"/>
                      <a:ext cx="471763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7824C0E-7178-7840-EA40-669CA17921AB}"/>
                </a:ext>
              </a:extLst>
            </p:cNvPr>
            <p:cNvSpPr txBox="1"/>
            <p:nvPr/>
          </p:nvSpPr>
          <p:spPr>
            <a:xfrm>
              <a:off x="1387360" y="5392327"/>
              <a:ext cx="20726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C000"/>
                  </a:solidFill>
                </a:rPr>
                <a:t>X-ray beam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FB47E748-DD75-567B-3F5D-8F3C1D55FF39}"/>
              </a:ext>
            </a:extLst>
          </p:cNvPr>
          <p:cNvGrpSpPr/>
          <p:nvPr/>
        </p:nvGrpSpPr>
        <p:grpSpPr>
          <a:xfrm>
            <a:off x="6328075" y="896230"/>
            <a:ext cx="4170680" cy="4973320"/>
            <a:chOff x="6328075" y="896230"/>
            <a:chExt cx="4170680" cy="4973320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C6B6D6C-7B6B-DACC-AA77-58E3CBB35040}"/>
                </a:ext>
              </a:extLst>
            </p:cNvPr>
            <p:cNvGrpSpPr/>
            <p:nvPr/>
          </p:nvGrpSpPr>
          <p:grpSpPr>
            <a:xfrm>
              <a:off x="6328075" y="896230"/>
              <a:ext cx="4170680" cy="4973320"/>
              <a:chOff x="6328075" y="896230"/>
              <a:chExt cx="4170680" cy="4973320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028312D0-345A-FB8B-F2D8-51248F4D42CE}"/>
                  </a:ext>
                </a:extLst>
              </p:cNvPr>
              <p:cNvSpPr/>
              <p:nvPr/>
            </p:nvSpPr>
            <p:spPr>
              <a:xfrm>
                <a:off x="6328075" y="896230"/>
                <a:ext cx="4170680" cy="4973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0551DB48-29E0-D677-0C07-A3CF5A2A2998}"/>
                  </a:ext>
                </a:extLst>
              </p:cNvPr>
              <p:cNvGrpSpPr/>
              <p:nvPr/>
            </p:nvGrpSpPr>
            <p:grpSpPr>
              <a:xfrm>
                <a:off x="6979911" y="973536"/>
                <a:ext cx="3348036" cy="4365544"/>
                <a:chOff x="6979911" y="973536"/>
                <a:chExt cx="3348036" cy="4365544"/>
              </a:xfrm>
            </p:grpSpPr>
            <p:pic>
              <p:nvPicPr>
                <p:cNvPr id="73" name="Picture 10">
                  <a:extLst>
                    <a:ext uri="{FF2B5EF4-FFF2-40B4-BE49-F238E27FC236}">
                      <a16:creationId xmlns:a16="http://schemas.microsoft.com/office/drawing/2014/main" id="{5BC98E7B-033C-2BE4-B811-D5A79454318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 cstate="hqprint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14125" t="21826" r="49123" b="21564"/>
                <a:stretch>
                  <a:fillRect/>
                </a:stretch>
              </p:blipFill>
              <p:spPr bwMode="auto">
                <a:xfrm>
                  <a:off x="7935704" y="1126293"/>
                  <a:ext cx="1886849" cy="17576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4" name="Straight Arrow Connector 73">
                  <a:extLst>
                    <a:ext uri="{FF2B5EF4-FFF2-40B4-BE49-F238E27FC236}">
                      <a16:creationId xmlns:a16="http://schemas.microsoft.com/office/drawing/2014/main" id="{9EF40B54-E5AB-73D8-7250-465BDD2A1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54062" y="1974208"/>
                  <a:ext cx="1326300" cy="18088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Arrow Connector 74">
                  <a:extLst>
                    <a:ext uri="{FF2B5EF4-FFF2-40B4-BE49-F238E27FC236}">
                      <a16:creationId xmlns:a16="http://schemas.microsoft.com/office/drawing/2014/main" id="{EAA7A676-AD4D-088F-B410-D190A90A6C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38822" y="1951569"/>
                  <a:ext cx="611905" cy="1850171"/>
                </a:xfrm>
                <a:prstGeom prst="straightConnector1">
                  <a:avLst/>
                </a:prstGeom>
                <a:ln w="38100">
                  <a:solidFill>
                    <a:schemeClr val="accent1">
                      <a:lumMod val="20000"/>
                      <a:lumOff val="80000"/>
                    </a:schemeClr>
                  </a:solidFill>
                  <a:prstDash val="sys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CD33A66E-A3E5-D5CA-6343-B618303D33A6}"/>
                    </a:ext>
                  </a:extLst>
                </p:cNvPr>
                <p:cNvSpPr/>
                <p:nvPr/>
              </p:nvSpPr>
              <p:spPr>
                <a:xfrm>
                  <a:off x="7524460" y="2716641"/>
                  <a:ext cx="1828800" cy="1828800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scene3d>
                  <a:camera prst="isometricOffAxis2Left"/>
                  <a:lightRig rig="threePt" dir="t"/>
                </a:scene3d>
                <a:sp3d extrusionH="1270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99A0937C-F92B-63E4-912B-4C29B04A498B}"/>
                    </a:ext>
                  </a:extLst>
                </p:cNvPr>
                <p:cNvSpPr/>
                <p:nvPr/>
              </p:nvSpPr>
              <p:spPr>
                <a:xfrm>
                  <a:off x="7514255" y="2640441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32B682AE-B9D3-8767-2BC7-51ACD4A876B0}"/>
                    </a:ext>
                  </a:extLst>
                </p:cNvPr>
                <p:cNvSpPr/>
                <p:nvPr/>
              </p:nvSpPr>
              <p:spPr>
                <a:xfrm>
                  <a:off x="9012855" y="2878566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FB866357-5ADD-F0C2-FDD9-CF7033A57DB4}"/>
                    </a:ext>
                  </a:extLst>
                </p:cNvPr>
                <p:cNvSpPr/>
                <p:nvPr/>
              </p:nvSpPr>
              <p:spPr>
                <a:xfrm>
                  <a:off x="7813975" y="2688066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643D4D03-482E-CE76-0A41-81689B815BB9}"/>
                    </a:ext>
                  </a:extLst>
                </p:cNvPr>
                <p:cNvSpPr/>
                <p:nvPr/>
              </p:nvSpPr>
              <p:spPr>
                <a:xfrm>
                  <a:off x="8713135" y="2830941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7430B77A-D992-A102-AA81-7C7023B1D587}"/>
                    </a:ext>
                  </a:extLst>
                </p:cNvPr>
                <p:cNvSpPr/>
                <p:nvPr/>
              </p:nvSpPr>
              <p:spPr>
                <a:xfrm>
                  <a:off x="8113695" y="2735691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40BB53D3-B606-EAB2-922E-0D9D2DEB35C1}"/>
                    </a:ext>
                  </a:extLst>
                </p:cNvPr>
                <p:cNvSpPr/>
                <p:nvPr/>
              </p:nvSpPr>
              <p:spPr>
                <a:xfrm>
                  <a:off x="8413415" y="2783316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Arc 82">
                  <a:extLst>
                    <a:ext uri="{FF2B5EF4-FFF2-40B4-BE49-F238E27FC236}">
                      <a16:creationId xmlns:a16="http://schemas.microsoft.com/office/drawing/2014/main" id="{D202FD76-2AF2-9DD6-CB4E-89BD05A5DC51}"/>
                    </a:ext>
                  </a:extLst>
                </p:cNvPr>
                <p:cNvSpPr/>
                <p:nvPr/>
              </p:nvSpPr>
              <p:spPr>
                <a:xfrm>
                  <a:off x="8293393" y="2455348"/>
                  <a:ext cx="914400" cy="914400"/>
                </a:xfrm>
                <a:prstGeom prst="arc">
                  <a:avLst>
                    <a:gd name="adj1" fmla="val 16408360"/>
                    <a:gd name="adj2" fmla="val 19899102"/>
                  </a:avLst>
                </a:prstGeom>
                <a:ln w="38100">
                  <a:solidFill>
                    <a:schemeClr val="accent1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6DC1E686-5ACA-89BE-C6E0-9AB4BC7846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83742" y="2029329"/>
                      <a:ext cx="603749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00" b="0" i="1" smtClean="0">
                                    <a:solidFill>
                                      <a:schemeClr val="accent1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solidFill>
                                      <a:schemeClr val="accent1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solidFill>
                                      <a:schemeClr val="accent1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800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6DC1E686-5ACA-89BE-C6E0-9AB4BC7846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83742" y="2029329"/>
                      <a:ext cx="603749" cy="52322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5" name="Straight Arrow Connector 84">
                  <a:extLst>
                    <a:ext uri="{FF2B5EF4-FFF2-40B4-BE49-F238E27FC236}">
                      <a16:creationId xmlns:a16="http://schemas.microsoft.com/office/drawing/2014/main" id="{F8F697F1-77A0-A58C-CC42-8E909A66CB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7694921" y="3626485"/>
                  <a:ext cx="659141" cy="15096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Arrow Connector 85">
                  <a:extLst>
                    <a:ext uri="{FF2B5EF4-FFF2-40B4-BE49-F238E27FC236}">
                      <a16:creationId xmlns:a16="http://schemas.microsoft.com/office/drawing/2014/main" id="{20E7D437-8CCD-EB9E-4561-28A8EE73E0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348466" y="2937815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Arrow Connector 86">
                  <a:extLst>
                    <a:ext uri="{FF2B5EF4-FFF2-40B4-BE49-F238E27FC236}">
                      <a16:creationId xmlns:a16="http://schemas.microsoft.com/office/drawing/2014/main" id="{543195C1-5484-C531-6CBC-F7A99160E4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79911" y="3764902"/>
                  <a:ext cx="1374151" cy="1574178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4E33439A-844F-D426-0CC2-2C37459F68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48466" y="3346146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0C4C9419-C147-A72F-5A39-6310D00823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304867" y="1877148"/>
                  <a:ext cx="390735" cy="6633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05F2915D-4D4D-14B2-2BA1-31FAD1EE1A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683732" y="1436842"/>
                  <a:ext cx="5232" cy="54130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44A67F2D-15E6-E9E8-844F-B543B9585D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680362" y="1678371"/>
                  <a:ext cx="263920" cy="28356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DE5BE3E4-E2D9-91AE-5EAE-2541BB5667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13409" y="973536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DE5BE3E4-E2D9-91AE-5EAE-2541BB5667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13409" y="973536"/>
                      <a:ext cx="1214538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9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6" name="TextBox 95">
                      <a:extLst>
                        <a:ext uri="{FF2B5EF4-FFF2-40B4-BE49-F238E27FC236}">
                          <a16:creationId xmlns:a16="http://schemas.microsoft.com/office/drawing/2014/main" id="{3D8B43E6-6039-47C5-A9AA-5CFE605BD9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99678" y="128924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6" name="TextBox 95">
                      <a:extLst>
                        <a:ext uri="{FF2B5EF4-FFF2-40B4-BE49-F238E27FC236}">
                          <a16:creationId xmlns:a16="http://schemas.microsoft.com/office/drawing/2014/main" id="{3D8B43E6-6039-47C5-A9AA-5CFE605BD9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99678" y="1289248"/>
                      <a:ext cx="471763" cy="4616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13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7" name="TextBox 96">
                      <a:extLst>
                        <a:ext uri="{FF2B5EF4-FFF2-40B4-BE49-F238E27FC236}">
                          <a16:creationId xmlns:a16="http://schemas.microsoft.com/office/drawing/2014/main" id="{26194C53-F6B3-BF8C-C3CB-1749FBB306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00836" y="1474499"/>
                      <a:ext cx="60489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7" name="TextBox 96">
                      <a:extLst>
                        <a:ext uri="{FF2B5EF4-FFF2-40B4-BE49-F238E27FC236}">
                          <a16:creationId xmlns:a16="http://schemas.microsoft.com/office/drawing/2014/main" id="{26194C53-F6B3-BF8C-C3CB-1749FBB306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00836" y="1474499"/>
                      <a:ext cx="604895" cy="4616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8" name="Arc 97">
                  <a:extLst>
                    <a:ext uri="{FF2B5EF4-FFF2-40B4-BE49-F238E27FC236}">
                      <a16:creationId xmlns:a16="http://schemas.microsoft.com/office/drawing/2014/main" id="{28AC83C2-F08A-6620-A1B0-49133047F5C4}"/>
                    </a:ext>
                  </a:extLst>
                </p:cNvPr>
                <p:cNvSpPr/>
                <p:nvPr/>
              </p:nvSpPr>
              <p:spPr>
                <a:xfrm>
                  <a:off x="7945884" y="3458550"/>
                  <a:ext cx="145784" cy="492971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Arc 98">
                  <a:extLst>
                    <a:ext uri="{FF2B5EF4-FFF2-40B4-BE49-F238E27FC236}">
                      <a16:creationId xmlns:a16="http://schemas.microsoft.com/office/drawing/2014/main" id="{B94F435A-58A0-5AA0-01A8-6CABE205238F}"/>
                    </a:ext>
                  </a:extLst>
                </p:cNvPr>
                <p:cNvSpPr/>
                <p:nvPr/>
              </p:nvSpPr>
              <p:spPr>
                <a:xfrm rot="5573780" flipH="1">
                  <a:off x="8275140" y="3001302"/>
                  <a:ext cx="140639" cy="43273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Arc 99">
                  <a:extLst>
                    <a:ext uri="{FF2B5EF4-FFF2-40B4-BE49-F238E27FC236}">
                      <a16:creationId xmlns:a16="http://schemas.microsoft.com/office/drawing/2014/main" id="{10339A4D-364F-C9DE-AB68-2AE9EC15E02C}"/>
                    </a:ext>
                  </a:extLst>
                </p:cNvPr>
                <p:cNvSpPr/>
                <p:nvPr/>
              </p:nvSpPr>
              <p:spPr>
                <a:xfrm rot="7200403" flipH="1">
                  <a:off x="8509750" y="3341029"/>
                  <a:ext cx="104426" cy="35024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1" name="TextBox 100">
                      <a:extLst>
                        <a:ext uri="{FF2B5EF4-FFF2-40B4-BE49-F238E27FC236}">
                          <a16:creationId xmlns:a16="http://schemas.microsoft.com/office/drawing/2014/main" id="{43ED1EEF-9CE3-7E49-54CA-0C3C77460C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81430" y="2905674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01" name="TextBox 100">
                      <a:extLst>
                        <a:ext uri="{FF2B5EF4-FFF2-40B4-BE49-F238E27FC236}">
                          <a16:creationId xmlns:a16="http://schemas.microsoft.com/office/drawing/2014/main" id="{43ED1EEF-9CE3-7E49-54CA-0C3C77460C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81430" y="2905674"/>
                      <a:ext cx="471763" cy="46166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564"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2" name="TextBox 101">
                      <a:extLst>
                        <a:ext uri="{FF2B5EF4-FFF2-40B4-BE49-F238E27FC236}">
                          <a16:creationId xmlns:a16="http://schemas.microsoft.com/office/drawing/2014/main" id="{6127D515-1749-EDA4-C574-DD2BB0A093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77419" y="3613723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02" name="TextBox 101">
                      <a:extLst>
                        <a:ext uri="{FF2B5EF4-FFF2-40B4-BE49-F238E27FC236}">
                          <a16:creationId xmlns:a16="http://schemas.microsoft.com/office/drawing/2014/main" id="{6127D515-1749-EDA4-C574-DD2BB0A093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77419" y="3613723"/>
                      <a:ext cx="471763" cy="461665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0668F678-9DAA-C260-C1D6-9BADAA53E7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612406" y="3382891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0668F678-9DAA-C260-C1D6-9BADAA53E7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12406" y="3382891"/>
                      <a:ext cx="471763" cy="461665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b="-65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1DFE7E19-FD63-922A-4FFE-CF4BE541B1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467808" y="1946469"/>
                  <a:ext cx="489557" cy="899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41CA21A3-7B22-B5DD-263C-51B93D4E3F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945495" y="1428040"/>
                  <a:ext cx="5232" cy="54130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EAFB59C4-3BBE-2948-6250-8EC557C875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42125" y="1669569"/>
                  <a:ext cx="263920" cy="28356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0" name="TextBox 109">
                      <a:extLst>
                        <a:ext uri="{FF2B5EF4-FFF2-40B4-BE49-F238E27FC236}">
                          <a16:creationId xmlns:a16="http://schemas.microsoft.com/office/drawing/2014/main" id="{E4E908AB-E1A2-59FA-75E3-061E711F1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88746" y="976558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0" name="TextBox 109">
                      <a:extLst>
                        <a:ext uri="{FF2B5EF4-FFF2-40B4-BE49-F238E27FC236}">
                          <a16:creationId xmlns:a16="http://schemas.microsoft.com/office/drawing/2014/main" id="{E4E908AB-E1A2-59FA-75E3-061E711F1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88746" y="976558"/>
                      <a:ext cx="1214538" cy="461665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b="-92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1" name="TextBox 110">
                      <a:extLst>
                        <a:ext uri="{FF2B5EF4-FFF2-40B4-BE49-F238E27FC236}">
                          <a16:creationId xmlns:a16="http://schemas.microsoft.com/office/drawing/2014/main" id="{C94ADF84-C945-D8AC-BCB8-C5E39C0FDE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957365" y="1223109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1" name="TextBox 110">
                      <a:extLst>
                        <a:ext uri="{FF2B5EF4-FFF2-40B4-BE49-F238E27FC236}">
                          <a16:creationId xmlns:a16="http://schemas.microsoft.com/office/drawing/2014/main" id="{C94ADF84-C945-D8AC-BCB8-C5E39C0FDE1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957365" y="1223109"/>
                      <a:ext cx="471763" cy="461665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2" name="TextBox 111">
                      <a:extLst>
                        <a:ext uri="{FF2B5EF4-FFF2-40B4-BE49-F238E27FC236}">
                          <a16:creationId xmlns:a16="http://schemas.microsoft.com/office/drawing/2014/main" id="{13E65EE4-9F64-6B93-C0B8-7932663E4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71103" y="1483099"/>
                      <a:ext cx="58030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2" name="TextBox 111">
                      <a:extLst>
                        <a:ext uri="{FF2B5EF4-FFF2-40B4-BE49-F238E27FC236}">
                          <a16:creationId xmlns:a16="http://schemas.microsoft.com/office/drawing/2014/main" id="{13E65EE4-9F64-6B93-C0B8-7932663E4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71103" y="1483099"/>
                      <a:ext cx="580305" cy="461665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b="-13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8D03BD76-B2DF-0FCB-D024-C0A0E2EDF0C7}"/>
                </a:ext>
              </a:extLst>
            </p:cNvPr>
            <p:cNvSpPr txBox="1"/>
            <p:nvPr/>
          </p:nvSpPr>
          <p:spPr>
            <a:xfrm>
              <a:off x="6398969" y="5377608"/>
              <a:ext cx="20726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C000"/>
                  </a:solidFill>
                </a:rPr>
                <a:t>X-ray beam</a:t>
              </a:r>
            </a:p>
          </p:txBody>
        </p:sp>
      </p:grp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0422D0B-DB70-F7FF-683B-931A59B3A443}"/>
              </a:ext>
            </a:extLst>
          </p:cNvPr>
          <p:cNvCxnSpPr>
            <a:cxnSpLocks/>
          </p:cNvCxnSpPr>
          <p:nvPr/>
        </p:nvCxnSpPr>
        <p:spPr>
          <a:xfrm>
            <a:off x="4313514" y="2194767"/>
            <a:ext cx="672324" cy="7136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50B9B9D-7892-429F-DA45-E6EB5BB849FA}"/>
                  </a:ext>
                </a:extLst>
              </p:cNvPr>
              <p:cNvSpPr txBox="1"/>
              <p:nvPr/>
            </p:nvSpPr>
            <p:spPr>
              <a:xfrm>
                <a:off x="4590007" y="1743523"/>
                <a:ext cx="3343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50B9B9D-7892-429F-DA45-E6EB5BB84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007" y="1743523"/>
                <a:ext cx="334327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EE1CA6D-0BDD-334D-7204-7D9E3E080BCD}"/>
                  </a:ext>
                </a:extLst>
              </p:cNvPr>
              <p:cNvSpPr txBox="1"/>
              <p:nvPr/>
            </p:nvSpPr>
            <p:spPr>
              <a:xfrm>
                <a:off x="7313339" y="3269438"/>
                <a:ext cx="47176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noFill/>
                  </a:ln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EE1CA6D-0BDD-334D-7204-7D9E3E080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3339" y="3269438"/>
                <a:ext cx="471763" cy="4616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A6E1396-D59C-A924-D9BA-C7D0EA1F2E67}"/>
                  </a:ext>
                </a:extLst>
              </p:cNvPr>
              <p:cNvSpPr txBox="1"/>
              <p:nvPr/>
            </p:nvSpPr>
            <p:spPr>
              <a:xfrm>
                <a:off x="8018914" y="2473127"/>
                <a:ext cx="47176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noFill/>
                  </a:ln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A6E1396-D59C-A924-D9BA-C7D0EA1F2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914" y="2473127"/>
                <a:ext cx="471763" cy="461665"/>
              </a:xfrm>
              <a:prstGeom prst="rect">
                <a:avLst/>
              </a:prstGeom>
              <a:blipFill>
                <a:blip r:embed="rId25"/>
                <a:stretch>
                  <a:fillRect l="-1282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E617827D-CACF-6123-22EF-77319CC328CC}"/>
                  </a:ext>
                </a:extLst>
              </p:cNvPr>
              <p:cNvSpPr txBox="1"/>
              <p:nvPr/>
            </p:nvSpPr>
            <p:spPr>
              <a:xfrm>
                <a:off x="8591624" y="2918974"/>
                <a:ext cx="47176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noFill/>
                  </a:ln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E617827D-CACF-6123-22EF-77319CC32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624" y="2918974"/>
                <a:ext cx="471763" cy="46166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2375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34</Words>
  <Application>Microsoft Office PowerPoint</Application>
  <PresentationFormat>Widescreen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Wolf, Caitlyn M. Dr. (Fed)</dc:creator>
  <cp:lastModifiedBy>Wolf, Caitlyn M. Dr. (Fed)</cp:lastModifiedBy>
  <cp:revision>9</cp:revision>
  <dcterms:created xsi:type="dcterms:W3CDTF">2026-07-07T13:14:57Z</dcterms:created>
  <dcterms:modified xsi:type="dcterms:W3CDTF">2026-07-07T15:12:16Z</dcterms:modified>
</cp:coreProperties>
</file>