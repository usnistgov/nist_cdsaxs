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7CC2"/>
    <a:srgbClr val="454089"/>
    <a:srgbClr val="A15EC2"/>
    <a:srgbClr val="552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>
        <p:scale>
          <a:sx n="125" d="100"/>
          <a:sy n="125" d="100"/>
        </p:scale>
        <p:origin x="800" y="6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42A1A-44E4-5566-E0B6-D914C4C5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D6597-0562-06D0-7383-CB827AE2A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8F543-D5CF-08D1-CF72-F3FDC3072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38F62-0B7F-56D8-A2AD-21D10D89D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BCA8C-DE27-8636-EF3E-6B46C086E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8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A380C-D553-0A64-7D51-47FF1C24F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C880-E7DC-F70C-28D2-5EA584524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838A0-C5FA-AA5B-C62F-A7C97C6CC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CEF95-AE14-610C-16D7-7D2A2CA4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6A586-94E7-D2B3-9951-40507C500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9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B18F-56D2-F636-06EA-73D98EE52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8C9FB-29D5-AEC1-E56F-5D0EE8CFC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DF443-7501-5D72-B283-13B316732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1F0D0-6AFA-B8B4-6399-4145946A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854F1-990B-40A1-5ED8-AD92C9663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8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D5F2B-075B-412A-A93A-DCB41CC2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3F782-5CB2-C21B-0559-896B45125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E5A2D-CFBD-1B5C-E926-47D00F93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363D6C-6D2E-904C-1F0D-8779D5EA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FBFAC-F60D-C870-61D9-1972ECBCF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111F6-24E5-9068-07A1-37BF59CF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624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0C7D-7012-83C6-FA4A-1ACD5110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A1577-4F14-BD14-BFF0-1B01AA009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6D8CF-39AC-3894-F867-799FF2901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DD38D-FE36-C2DA-F98A-32B4A92AF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D927E4-4FCF-8AC3-9295-09F371314F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5BD577-4A96-BB88-03D6-288AA27E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4DF73D-D7EA-14C4-CCF9-30F729A66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C6A9B4-1E5F-B293-6EA8-0E5EBA3FF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846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5115-55EA-E545-EF0C-8F3815675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0748E5-591B-CE08-501D-99E808AE5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DD705-01A3-6640-D6A7-FF6F1BCF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D824D1-04C8-1AC0-E5C5-C6B69813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06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8C4B4-574D-3665-BEF5-7AB2FB862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4F91E2-BD41-7812-82E5-A93BE08C2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DE9CC-30A6-9B08-73B8-B36E5CD9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73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4B74-38CD-F3FE-CDB4-03EF65B04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0CB2-FE85-3965-A3E2-F70BF1BD3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537FB-2D84-9BA4-B05F-0F6BEC5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FAD31-F367-3ABC-BFEA-CC14B017C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64558-D2BB-7858-4E94-9D5971E40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6E27B-A9D5-B54F-5435-F7C115724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2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FF19A-E7C2-539C-9245-A6D1C0B1A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A8B37-087B-03F4-AA38-7E9261C2AD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51538-B170-99E2-70C4-95CC64599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7DC0A-ECAE-1162-DFE6-55B675685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36509-11D5-A0AB-3580-889A0ECA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77724-E699-C630-DE05-A6EFF8BD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438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FDF0-3F53-852D-C55A-CD76AC79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BC3E8-F948-7CF2-EDBF-B6A6C6D1C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C446C-36AA-A6B9-D3C0-6E3DF56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C4DF8-EC35-14DE-10B8-50F8AB7A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A21AB-F0B3-1C5A-767E-0FE0F24A1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20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065A20-DE35-896C-166B-AC271078C5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AB2A8-0584-C526-F328-C2D0D2163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C196C-6C05-31E4-C498-EA9C3F990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939E7-D184-F756-EEE7-F59539DD9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AA143-D4EF-AB65-8D50-9ACB1BAC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7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6356DB-2F47-8383-B0DB-60B3EC8A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1B76F-E45C-F1B0-8A74-2CDAE05D5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F3518-9F4C-3434-D124-384829E0C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EBB92-CA09-AA91-F555-7EE8CD0437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F5FF5-09B1-4CE7-0E96-9E6E16416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5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6F0167A-BDDF-4B6C-1E00-1297422D4D0E}"/>
              </a:ext>
            </a:extLst>
          </p:cNvPr>
          <p:cNvGrpSpPr/>
          <p:nvPr/>
        </p:nvGrpSpPr>
        <p:grpSpPr>
          <a:xfrm>
            <a:off x="1520876" y="665167"/>
            <a:ext cx="4170680" cy="4973320"/>
            <a:chOff x="1520876" y="665167"/>
            <a:chExt cx="4170680" cy="497332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AB3E7567-74CF-F27F-7E61-CF7639F2C437}"/>
                </a:ext>
              </a:extLst>
            </p:cNvPr>
            <p:cNvSpPr/>
            <p:nvPr/>
          </p:nvSpPr>
          <p:spPr>
            <a:xfrm>
              <a:off x="1520876" y="665167"/>
              <a:ext cx="4170680" cy="49733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03D518DD-7A07-3AB6-936F-01172BFAE5D3}"/>
                </a:ext>
              </a:extLst>
            </p:cNvPr>
            <p:cNvGrpSpPr/>
            <p:nvPr/>
          </p:nvGrpSpPr>
          <p:grpSpPr>
            <a:xfrm>
              <a:off x="1720245" y="762773"/>
              <a:ext cx="3640318" cy="4691404"/>
              <a:chOff x="1720245" y="762773"/>
              <a:chExt cx="3640318" cy="4691404"/>
            </a:xfrm>
          </p:grpSpPr>
          <p:pic>
            <p:nvPicPr>
              <p:cNvPr id="4" name="Picture 10">
                <a:extLst>
                  <a:ext uri="{FF2B5EF4-FFF2-40B4-BE49-F238E27FC236}">
                    <a16:creationId xmlns:a16="http://schemas.microsoft.com/office/drawing/2014/main" id="{FBF8104F-35E6-26FC-94F0-FE9ACE2B13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9790" t="21826" r="34281" b="21564"/>
              <a:stretch>
                <a:fillRect/>
              </a:stretch>
            </p:blipFill>
            <p:spPr bwMode="auto">
              <a:xfrm>
                <a:off x="3515976" y="1229192"/>
                <a:ext cx="1844587" cy="1757680"/>
              </a:xfrm>
              <a:prstGeom prst="rect">
                <a:avLst/>
              </a:prstGeom>
              <a:noFill/>
              <a:scene3d>
                <a:camera prst="isometricOffAxis2Left">
                  <a:rot lat="1080001" lon="1560002" rev="0"/>
                </a:camera>
                <a:lightRig rig="threePt" dir="t"/>
              </a:scene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B9FDE01-D195-F44B-8A7D-5C55574E84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94396" y="2089305"/>
                <a:ext cx="1326300" cy="1808805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A70E2FD-D28A-5679-6726-EB9A22F359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79156" y="2163432"/>
                <a:ext cx="2070089" cy="1753405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prstDash val="sys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E22FF83-DCE2-8D40-CB27-F2FC1BA76EED}"/>
                  </a:ext>
                </a:extLst>
              </p:cNvPr>
              <p:cNvSpPr/>
              <p:nvPr/>
            </p:nvSpPr>
            <p:spPr>
              <a:xfrm>
                <a:off x="2264794" y="2831738"/>
                <a:ext cx="1828800" cy="18288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scene3d>
                <a:camera prst="isometricOffAxis2Left"/>
                <a:lightRig rig="threePt" dir="t"/>
              </a:scene3d>
              <a:sp3d extrusionH="1270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EFC1B3F-EF99-16E7-6C27-1B2DB36855AF}"/>
                  </a:ext>
                </a:extLst>
              </p:cNvPr>
              <p:cNvSpPr/>
              <p:nvPr/>
            </p:nvSpPr>
            <p:spPr>
              <a:xfrm>
                <a:off x="2254589" y="2755538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89A40F0-DE81-F811-6C1F-6F207E82D423}"/>
                  </a:ext>
                </a:extLst>
              </p:cNvPr>
              <p:cNvSpPr/>
              <p:nvPr/>
            </p:nvSpPr>
            <p:spPr>
              <a:xfrm>
                <a:off x="3753189" y="2993663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44156C-AEEA-8277-2B7C-5AAE3689A195}"/>
                  </a:ext>
                </a:extLst>
              </p:cNvPr>
              <p:cNvSpPr/>
              <p:nvPr/>
            </p:nvSpPr>
            <p:spPr>
              <a:xfrm>
                <a:off x="2554309" y="2803163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86FF687-5F32-E28C-D2AC-31B672434AE7}"/>
                  </a:ext>
                </a:extLst>
              </p:cNvPr>
              <p:cNvSpPr/>
              <p:nvPr/>
            </p:nvSpPr>
            <p:spPr>
              <a:xfrm>
                <a:off x="3453469" y="2946038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CE42651-D018-5251-597A-6AFDAB3CD3C1}"/>
                  </a:ext>
                </a:extLst>
              </p:cNvPr>
              <p:cNvSpPr/>
              <p:nvPr/>
            </p:nvSpPr>
            <p:spPr>
              <a:xfrm>
                <a:off x="2854029" y="2850788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A2C2466-BD82-3A6F-4B31-48C1E1B54580}"/>
                  </a:ext>
                </a:extLst>
              </p:cNvPr>
              <p:cNvSpPr/>
              <p:nvPr/>
            </p:nvSpPr>
            <p:spPr>
              <a:xfrm>
                <a:off x="3153749" y="2898413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EEB0688E-9C1A-8289-17A9-3D104D04CE41}"/>
                  </a:ext>
                </a:extLst>
              </p:cNvPr>
              <p:cNvSpPr/>
              <p:nvPr/>
            </p:nvSpPr>
            <p:spPr>
              <a:xfrm>
                <a:off x="3422476" y="2595712"/>
                <a:ext cx="914400" cy="914400"/>
              </a:xfrm>
              <a:prstGeom prst="arc">
                <a:avLst>
                  <a:gd name="adj1" fmla="val 17295772"/>
                  <a:gd name="adj2" fmla="val 20243396"/>
                </a:avLst>
              </a:prstGeom>
              <a:ln w="38100">
                <a:solidFill>
                  <a:srgbClr val="FFC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250C8307-7488-F4A2-6537-8F515475E265}"/>
                      </a:ext>
                    </a:extLst>
                  </p:cNvPr>
                  <p:cNvSpPr txBox="1"/>
                  <p:nvPr/>
                </p:nvSpPr>
                <p:spPr>
                  <a:xfrm>
                    <a:off x="4126685" y="2315375"/>
                    <a:ext cx="334327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sz="2800" dirty="0">
                      <a:solidFill>
                        <a:srgbClr val="FFC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250C8307-7488-F4A2-6537-8F515475E2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6685" y="2315375"/>
                    <a:ext cx="334327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AA68CB5C-11BB-0FC5-3761-BF06CF1A57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35255" y="3741582"/>
                <a:ext cx="659141" cy="15096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F32937E4-EB10-EB18-7169-74E8A65644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8800" y="3052912"/>
                <a:ext cx="8602" cy="83963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B5D9FDEB-356C-5699-904C-DFF35B023D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20245" y="3879999"/>
                <a:ext cx="1374151" cy="157417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C545E071-570F-7F14-F865-B0FFD11D61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88800" y="3461243"/>
                <a:ext cx="353785" cy="41508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A1B789A1-82E9-7754-0203-1CAA8F82AE5F}"/>
                      </a:ext>
                    </a:extLst>
                  </p:cNvPr>
                  <p:cNvSpPr txBox="1"/>
                  <p:nvPr/>
                </p:nvSpPr>
                <p:spPr>
                  <a:xfrm>
                    <a:off x="1929545" y="3381888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𝑠𝑥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A1B789A1-82E9-7754-0203-1CAA8F82AE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29545" y="3381888"/>
                    <a:ext cx="471763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896" r="-16883" b="-78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67B18F5E-1C52-5E28-EB40-8422865398DB}"/>
                      </a:ext>
                    </a:extLst>
                  </p:cNvPr>
                  <p:cNvSpPr txBox="1"/>
                  <p:nvPr/>
                </p:nvSpPr>
                <p:spPr>
                  <a:xfrm>
                    <a:off x="2537330" y="2660987"/>
                    <a:ext cx="471763" cy="4908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𝑠𝑦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67B18F5E-1C52-5E28-EB40-8422865398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7330" y="2660987"/>
                    <a:ext cx="471763" cy="49084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46" r="-21795" b="-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CE6251B0-3E77-86FD-54DB-CAFD18610E5C}"/>
                      </a:ext>
                    </a:extLst>
                  </p:cNvPr>
                  <p:cNvSpPr txBox="1"/>
                  <p:nvPr/>
                </p:nvSpPr>
                <p:spPr>
                  <a:xfrm>
                    <a:off x="3238502" y="3036323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𝑠𝑧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CE6251B0-3E77-86FD-54DB-CAFD18610E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8502" y="3036323"/>
                    <a:ext cx="471763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846" r="-1410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23123876-5359-06CA-327A-D6970C2ED8F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753189" y="1969937"/>
                <a:ext cx="682747" cy="8863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EEA6DCD0-21D8-0313-4A5F-960AF4F11C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20696" y="1253613"/>
                <a:ext cx="8602" cy="83963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BDF2C558-AF39-C723-443C-2A3AE03DE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20696" y="1661944"/>
                <a:ext cx="353785" cy="41508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55261840-D512-7AF5-7F1E-F16DB6B3F4F0}"/>
                      </a:ext>
                    </a:extLst>
                  </p:cNvPr>
                  <p:cNvSpPr txBox="1"/>
                  <p:nvPr/>
                </p:nvSpPr>
                <p:spPr>
                  <a:xfrm>
                    <a:off x="3934707" y="762773"/>
                    <a:ext cx="1214538" cy="4908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sub>
                          </m:s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55261840-D512-7AF5-7F1E-F16DB6B3F4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4707" y="762773"/>
                    <a:ext cx="1214538" cy="49084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000" b="-98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C7FF295A-288B-1C58-3DF3-74A38A7AE75D}"/>
                      </a:ext>
                    </a:extLst>
                  </p:cNvPr>
                  <p:cNvSpPr txBox="1"/>
                  <p:nvPr/>
                </p:nvSpPr>
                <p:spPr>
                  <a:xfrm>
                    <a:off x="4441591" y="1226946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𝑏𝑧</m:t>
                              </m:r>
                            </m:sub>
                          </m:s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𝑑𝑧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C7FF295A-288B-1C58-3DF3-74A38A7AE7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1591" y="1226946"/>
                    <a:ext cx="471763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896" r="-141558"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699E5800-19A1-72EB-D690-A8C71AB644C2}"/>
                      </a:ext>
                    </a:extLst>
                  </p:cNvPr>
                  <p:cNvSpPr txBox="1"/>
                  <p:nvPr/>
                </p:nvSpPr>
                <p:spPr>
                  <a:xfrm>
                    <a:off x="3079310" y="1468427"/>
                    <a:ext cx="1214538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𝑏𝑥</m:t>
                              </m:r>
                            </m:sub>
                          </m:s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699E5800-19A1-72EB-D690-A8C71AB644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9310" y="1468427"/>
                    <a:ext cx="1214538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503" b="-78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Arc 65">
                <a:extLst>
                  <a:ext uri="{FF2B5EF4-FFF2-40B4-BE49-F238E27FC236}">
                    <a16:creationId xmlns:a16="http://schemas.microsoft.com/office/drawing/2014/main" id="{DE7BB537-DA46-97CC-E799-D7E702B2F68E}"/>
                  </a:ext>
                </a:extLst>
              </p:cNvPr>
              <p:cNvSpPr/>
              <p:nvPr/>
            </p:nvSpPr>
            <p:spPr>
              <a:xfrm>
                <a:off x="2686218" y="3573647"/>
                <a:ext cx="145784" cy="492971"/>
              </a:xfrm>
              <a:prstGeom prst="arc">
                <a:avLst>
                  <a:gd name="adj1" fmla="val 2678578"/>
                  <a:gd name="adj2" fmla="val 19252713"/>
                </a:avLst>
              </a:prstGeom>
              <a:ln>
                <a:solidFill>
                  <a:srgbClr val="FFFF0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Arc 66">
                <a:extLst>
                  <a:ext uri="{FF2B5EF4-FFF2-40B4-BE49-F238E27FC236}">
                    <a16:creationId xmlns:a16="http://schemas.microsoft.com/office/drawing/2014/main" id="{BF6F827A-5DF1-3BC2-1817-4F49244976B7}"/>
                  </a:ext>
                </a:extLst>
              </p:cNvPr>
              <p:cNvSpPr/>
              <p:nvPr/>
            </p:nvSpPr>
            <p:spPr>
              <a:xfrm rot="5573780" flipH="1">
                <a:off x="3015474" y="3116399"/>
                <a:ext cx="140639" cy="432736"/>
              </a:xfrm>
              <a:prstGeom prst="arc">
                <a:avLst>
                  <a:gd name="adj1" fmla="val 2678578"/>
                  <a:gd name="adj2" fmla="val 19252713"/>
                </a:avLst>
              </a:prstGeom>
              <a:ln>
                <a:solidFill>
                  <a:srgbClr val="FFFF0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Arc 67">
                <a:extLst>
                  <a:ext uri="{FF2B5EF4-FFF2-40B4-BE49-F238E27FC236}">
                    <a16:creationId xmlns:a16="http://schemas.microsoft.com/office/drawing/2014/main" id="{E6FC7A34-927E-2800-7DD9-BF9102364203}"/>
                  </a:ext>
                </a:extLst>
              </p:cNvPr>
              <p:cNvSpPr/>
              <p:nvPr/>
            </p:nvSpPr>
            <p:spPr>
              <a:xfrm rot="7200403" flipH="1">
                <a:off x="3250084" y="3456126"/>
                <a:ext cx="104426" cy="350246"/>
              </a:xfrm>
              <a:prstGeom prst="arc">
                <a:avLst>
                  <a:gd name="adj1" fmla="val 2678578"/>
                  <a:gd name="adj2" fmla="val 19252713"/>
                </a:avLst>
              </a:prstGeom>
              <a:ln>
                <a:solidFill>
                  <a:srgbClr val="FFFF0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6CCA1040-2F02-6503-4CD9-E6A6C9A1F94A}"/>
                      </a:ext>
                    </a:extLst>
                  </p:cNvPr>
                  <p:cNvSpPr txBox="1"/>
                  <p:nvPr/>
                </p:nvSpPr>
                <p:spPr>
                  <a:xfrm>
                    <a:off x="2521764" y="3020771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ln>
                                <a:noFill/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FF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6CCA1040-2F02-6503-4CD9-E6A6C9A1F9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21764" y="3020771"/>
                    <a:ext cx="471763" cy="46166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597" r="-1299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8E00B-BD7B-F0A4-3845-ABB8B2EDCBF2}"/>
                      </a:ext>
                    </a:extLst>
                  </p:cNvPr>
                  <p:cNvSpPr txBox="1"/>
                  <p:nvPr/>
                </p:nvSpPr>
                <p:spPr>
                  <a:xfrm>
                    <a:off x="2317753" y="3728820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FF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8E00B-BD7B-F0A4-3845-ABB8B2EDCB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17753" y="3728820"/>
                    <a:ext cx="471763" cy="46166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63200BE-AB01-D899-D0E9-14827637AAFD}"/>
                      </a:ext>
                    </a:extLst>
                  </p:cNvPr>
                  <p:cNvSpPr txBox="1"/>
                  <p:nvPr/>
                </p:nvSpPr>
                <p:spPr>
                  <a:xfrm>
                    <a:off x="3352740" y="3497988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FF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63200BE-AB01-D899-D0E9-14827637AA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52740" y="3497988"/>
                    <a:ext cx="471763" cy="46166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5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9C6B6D6C-7B6B-DACC-AA77-58E3CBB35040}"/>
              </a:ext>
            </a:extLst>
          </p:cNvPr>
          <p:cNvGrpSpPr/>
          <p:nvPr/>
        </p:nvGrpSpPr>
        <p:grpSpPr>
          <a:xfrm>
            <a:off x="6510955" y="595432"/>
            <a:ext cx="4170680" cy="4973320"/>
            <a:chOff x="6510955" y="595432"/>
            <a:chExt cx="4170680" cy="4973320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028312D0-345A-FB8B-F2D8-51248F4D42CE}"/>
                </a:ext>
              </a:extLst>
            </p:cNvPr>
            <p:cNvSpPr/>
            <p:nvPr/>
          </p:nvSpPr>
          <p:spPr>
            <a:xfrm>
              <a:off x="6510955" y="595432"/>
              <a:ext cx="4170680" cy="49733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0551DB48-29E0-D677-0C07-A3CF5A2A2998}"/>
                </a:ext>
              </a:extLst>
            </p:cNvPr>
            <p:cNvGrpSpPr/>
            <p:nvPr/>
          </p:nvGrpSpPr>
          <p:grpSpPr>
            <a:xfrm>
              <a:off x="6979911" y="973536"/>
              <a:ext cx="3348036" cy="4365544"/>
              <a:chOff x="6979911" y="973536"/>
              <a:chExt cx="3348036" cy="4365544"/>
            </a:xfrm>
          </p:grpSpPr>
          <p:pic>
            <p:nvPicPr>
              <p:cNvPr id="73" name="Picture 10">
                <a:extLst>
                  <a:ext uri="{FF2B5EF4-FFF2-40B4-BE49-F238E27FC236}">
                    <a16:creationId xmlns:a16="http://schemas.microsoft.com/office/drawing/2014/main" id="{5BC98E7B-033C-2BE4-B811-D5A7945431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14125" t="21826" r="49123" b="21564"/>
              <a:stretch>
                <a:fillRect/>
              </a:stretch>
            </p:blipFill>
            <p:spPr bwMode="auto">
              <a:xfrm>
                <a:off x="7935704" y="1126293"/>
                <a:ext cx="1886849" cy="17576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4" name="Straight Arrow Connector 73">
                <a:extLst>
                  <a:ext uri="{FF2B5EF4-FFF2-40B4-BE49-F238E27FC236}">
                    <a16:creationId xmlns:a16="http://schemas.microsoft.com/office/drawing/2014/main" id="{9EF40B54-E5AB-73D8-7250-465BDD2A16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354062" y="1974208"/>
                <a:ext cx="1326300" cy="1808805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EAA7A676-AD4D-088F-B410-D190A90A6C6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338822" y="1951569"/>
                <a:ext cx="611905" cy="1850171"/>
              </a:xfrm>
              <a:prstGeom prst="straightConnector1">
                <a:avLst/>
              </a:prstGeom>
              <a:ln w="38100">
                <a:solidFill>
                  <a:schemeClr val="accent1">
                    <a:lumMod val="20000"/>
                    <a:lumOff val="80000"/>
                  </a:schemeClr>
                </a:solidFill>
                <a:prstDash val="sys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CD33A66E-A3E5-D5CA-6343-B618303D33A6}"/>
                  </a:ext>
                </a:extLst>
              </p:cNvPr>
              <p:cNvSpPr/>
              <p:nvPr/>
            </p:nvSpPr>
            <p:spPr>
              <a:xfrm>
                <a:off x="7524460" y="2716641"/>
                <a:ext cx="1828800" cy="18288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scene3d>
                <a:camera prst="isometricOffAxis2Left"/>
                <a:lightRig rig="threePt" dir="t"/>
              </a:scene3d>
              <a:sp3d extrusionH="1270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99A0937C-F92B-63E4-912B-4C29B04A498B}"/>
                  </a:ext>
                </a:extLst>
              </p:cNvPr>
              <p:cNvSpPr/>
              <p:nvPr/>
            </p:nvSpPr>
            <p:spPr>
              <a:xfrm>
                <a:off x="7514255" y="2640441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2B682AE-B9D3-8767-2BC7-51ACD4A876B0}"/>
                  </a:ext>
                </a:extLst>
              </p:cNvPr>
              <p:cNvSpPr/>
              <p:nvPr/>
            </p:nvSpPr>
            <p:spPr>
              <a:xfrm>
                <a:off x="9012855" y="2878566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B866357-5ADD-F0C2-FDD9-CF7033A57DB4}"/>
                  </a:ext>
                </a:extLst>
              </p:cNvPr>
              <p:cNvSpPr/>
              <p:nvPr/>
            </p:nvSpPr>
            <p:spPr>
              <a:xfrm>
                <a:off x="7813975" y="2688066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643D4D03-482E-CE76-0A41-81689B815BB9}"/>
                  </a:ext>
                </a:extLst>
              </p:cNvPr>
              <p:cNvSpPr/>
              <p:nvPr/>
            </p:nvSpPr>
            <p:spPr>
              <a:xfrm>
                <a:off x="8713135" y="2830941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7430B77A-D992-A102-AA81-7C7023B1D587}"/>
                  </a:ext>
                </a:extLst>
              </p:cNvPr>
              <p:cNvSpPr/>
              <p:nvPr/>
            </p:nvSpPr>
            <p:spPr>
              <a:xfrm>
                <a:off x="8113695" y="2735691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40BB53D3-B606-EAB2-922E-0D9D2DEB35C1}"/>
                  </a:ext>
                </a:extLst>
              </p:cNvPr>
              <p:cNvSpPr/>
              <p:nvPr/>
            </p:nvSpPr>
            <p:spPr>
              <a:xfrm>
                <a:off x="8413415" y="2783316"/>
                <a:ext cx="182880" cy="18288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  <a:scene3d>
                <a:camera prst="isometricOffAxis2Left"/>
                <a:lightRig rig="soft" dir="t"/>
              </a:scene3d>
              <a:sp3d extrusionH="127000" contourW="12700">
                <a:contourClr>
                  <a:schemeClr val="bg2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:a16="http://schemas.microsoft.com/office/drawing/2014/main" id="{D202FD76-2AF2-9DD6-CB4E-89BD05A5DC51}"/>
                  </a:ext>
                </a:extLst>
              </p:cNvPr>
              <p:cNvSpPr/>
              <p:nvPr/>
            </p:nvSpPr>
            <p:spPr>
              <a:xfrm>
                <a:off x="8293393" y="2455348"/>
                <a:ext cx="914400" cy="914400"/>
              </a:xfrm>
              <a:prstGeom prst="arc">
                <a:avLst>
                  <a:gd name="adj1" fmla="val 16408360"/>
                  <a:gd name="adj2" fmla="val 19899102"/>
                </a:avLst>
              </a:prstGeom>
              <a:ln w="381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DC1E686-5ACA-89BE-C6E0-9AB4BC78466E}"/>
                      </a:ext>
                    </a:extLst>
                  </p:cNvPr>
                  <p:cNvSpPr txBox="1"/>
                  <p:nvPr/>
                </p:nvSpPr>
                <p:spPr>
                  <a:xfrm>
                    <a:off x="8783742" y="2029329"/>
                    <a:ext cx="60374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DC1E686-5ACA-89BE-C6E0-9AB4BC7846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83742" y="2029329"/>
                    <a:ext cx="603749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F8F697F1-77A0-A58C-CC42-8E909A66CB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94921" y="3626485"/>
                <a:ext cx="659141" cy="15096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Arrow Connector 85">
                <a:extLst>
                  <a:ext uri="{FF2B5EF4-FFF2-40B4-BE49-F238E27FC236}">
                    <a16:creationId xmlns:a16="http://schemas.microsoft.com/office/drawing/2014/main" id="{20E7D437-8CCD-EB9E-4561-28A8EE73E0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48466" y="2937815"/>
                <a:ext cx="8602" cy="83963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Arrow Connector 86">
                <a:extLst>
                  <a:ext uri="{FF2B5EF4-FFF2-40B4-BE49-F238E27FC236}">
                    <a16:creationId xmlns:a16="http://schemas.microsoft.com/office/drawing/2014/main" id="{543195C1-5484-C531-6CBC-F7A99160E4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79911" y="3764902"/>
                <a:ext cx="1374151" cy="157417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Arrow Connector 87">
                <a:extLst>
                  <a:ext uri="{FF2B5EF4-FFF2-40B4-BE49-F238E27FC236}">
                    <a16:creationId xmlns:a16="http://schemas.microsoft.com/office/drawing/2014/main" id="{4E33439A-844F-D426-0CC2-2C37459F68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348466" y="3346146"/>
                <a:ext cx="353785" cy="41508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9" name="TextBox 88">
                    <a:extLst>
                      <a:ext uri="{FF2B5EF4-FFF2-40B4-BE49-F238E27FC236}">
                        <a16:creationId xmlns:a16="http://schemas.microsoft.com/office/drawing/2014/main" id="{3A10E7F6-1B49-1439-650D-08164DD707D1}"/>
                      </a:ext>
                    </a:extLst>
                  </p:cNvPr>
                  <p:cNvSpPr txBox="1"/>
                  <p:nvPr/>
                </p:nvSpPr>
                <p:spPr>
                  <a:xfrm>
                    <a:off x="7189211" y="3266791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𝑠𝑥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89" name="TextBox 88">
                    <a:extLst>
                      <a:ext uri="{FF2B5EF4-FFF2-40B4-BE49-F238E27FC236}">
                        <a16:creationId xmlns:a16="http://schemas.microsoft.com/office/drawing/2014/main" id="{3A10E7F6-1B49-1439-650D-08164DD707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89211" y="3266791"/>
                    <a:ext cx="471763" cy="46166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846" r="-16667" b="-78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0" name="TextBox 89">
                    <a:extLst>
                      <a:ext uri="{FF2B5EF4-FFF2-40B4-BE49-F238E27FC236}">
                        <a16:creationId xmlns:a16="http://schemas.microsoft.com/office/drawing/2014/main" id="{CA8ABE4F-0AA8-2C8D-AC60-AD81B6A5523C}"/>
                      </a:ext>
                    </a:extLst>
                  </p:cNvPr>
                  <p:cNvSpPr txBox="1"/>
                  <p:nvPr/>
                </p:nvSpPr>
                <p:spPr>
                  <a:xfrm>
                    <a:off x="7796996" y="2545890"/>
                    <a:ext cx="471763" cy="4908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𝑠𝑦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0" name="TextBox 89">
                    <a:extLst>
                      <a:ext uri="{FF2B5EF4-FFF2-40B4-BE49-F238E27FC236}">
                        <a16:creationId xmlns:a16="http://schemas.microsoft.com/office/drawing/2014/main" id="{CA8ABE4F-0AA8-2C8D-AC60-AD81B6A55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96996" y="2545890"/>
                    <a:ext cx="471763" cy="49084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896" r="-23377" b="-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ECE4A7A7-7265-0B33-2470-16BF28C4FFE5}"/>
                      </a:ext>
                    </a:extLst>
                  </p:cNvPr>
                  <p:cNvSpPr txBox="1"/>
                  <p:nvPr/>
                </p:nvSpPr>
                <p:spPr>
                  <a:xfrm>
                    <a:off x="8498168" y="2921226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𝑠𝑧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ECE4A7A7-7265-0B33-2470-16BF28C4F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98168" y="2921226"/>
                    <a:ext cx="471763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896" r="-15584"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0C4C9419-C147-A72F-5A39-6310D00823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304867" y="1877148"/>
                <a:ext cx="390735" cy="6633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05F2915D-4D4D-14B2-2BA1-31FAD1EE1A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683732" y="1436842"/>
                <a:ext cx="5232" cy="5413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44A67F2D-15E6-E9E8-844F-B543B9585D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80362" y="1678371"/>
                <a:ext cx="263920" cy="28356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DE5BE3E4-E2D9-91AE-5EAE-2541BB566727}"/>
                      </a:ext>
                    </a:extLst>
                  </p:cNvPr>
                  <p:cNvSpPr txBox="1"/>
                  <p:nvPr/>
                </p:nvSpPr>
                <p:spPr>
                  <a:xfrm>
                    <a:off x="9113409" y="973536"/>
                    <a:ext cx="1214538" cy="4908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DE5BE3E4-E2D9-91AE-5EAE-2541BB5667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3409" y="973536"/>
                    <a:ext cx="1214538" cy="49084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1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3D8B43E6-6039-47C5-A9AA-5CFE605BD923}"/>
                      </a:ext>
                    </a:extLst>
                  </p:cNvPr>
                  <p:cNvSpPr txBox="1"/>
                  <p:nvPr/>
                </p:nvSpPr>
                <p:spPr>
                  <a:xfrm>
                    <a:off x="9799678" y="1289248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𝑏𝑧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3D8B43E6-6039-47C5-A9AA-5CFE605BD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99678" y="1289248"/>
                    <a:ext cx="471763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896" r="-24675"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26194C53-F6B3-BF8C-C3CB-1749FBB306B7}"/>
                      </a:ext>
                    </a:extLst>
                  </p:cNvPr>
                  <p:cNvSpPr txBox="1"/>
                  <p:nvPr/>
                </p:nvSpPr>
                <p:spPr>
                  <a:xfrm>
                    <a:off x="8993814" y="1728110"/>
                    <a:ext cx="604895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𝑏𝑥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26194C53-F6B3-BF8C-C3CB-1749FBB306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93814" y="1728110"/>
                    <a:ext cx="604895" cy="461665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3000"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8" name="Arc 97">
                <a:extLst>
                  <a:ext uri="{FF2B5EF4-FFF2-40B4-BE49-F238E27FC236}">
                    <a16:creationId xmlns:a16="http://schemas.microsoft.com/office/drawing/2014/main" id="{28AC83C2-F08A-6620-A1B0-49133047F5C4}"/>
                  </a:ext>
                </a:extLst>
              </p:cNvPr>
              <p:cNvSpPr/>
              <p:nvPr/>
            </p:nvSpPr>
            <p:spPr>
              <a:xfrm>
                <a:off x="7945884" y="3458550"/>
                <a:ext cx="145784" cy="492971"/>
              </a:xfrm>
              <a:prstGeom prst="arc">
                <a:avLst>
                  <a:gd name="adj1" fmla="val 2678578"/>
                  <a:gd name="adj2" fmla="val 19252713"/>
                </a:avLst>
              </a:prstGeom>
              <a:ln>
                <a:solidFill>
                  <a:srgbClr val="FFFF0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Arc 98">
                <a:extLst>
                  <a:ext uri="{FF2B5EF4-FFF2-40B4-BE49-F238E27FC236}">
                    <a16:creationId xmlns:a16="http://schemas.microsoft.com/office/drawing/2014/main" id="{B94F435A-58A0-5AA0-01A8-6CABE205238F}"/>
                  </a:ext>
                </a:extLst>
              </p:cNvPr>
              <p:cNvSpPr/>
              <p:nvPr/>
            </p:nvSpPr>
            <p:spPr>
              <a:xfrm rot="5573780" flipH="1">
                <a:off x="8275140" y="3001302"/>
                <a:ext cx="140639" cy="432736"/>
              </a:xfrm>
              <a:prstGeom prst="arc">
                <a:avLst>
                  <a:gd name="adj1" fmla="val 2678578"/>
                  <a:gd name="adj2" fmla="val 19252713"/>
                </a:avLst>
              </a:prstGeom>
              <a:ln>
                <a:solidFill>
                  <a:srgbClr val="FFFF0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Arc 99">
                <a:extLst>
                  <a:ext uri="{FF2B5EF4-FFF2-40B4-BE49-F238E27FC236}">
                    <a16:creationId xmlns:a16="http://schemas.microsoft.com/office/drawing/2014/main" id="{10339A4D-364F-C9DE-AB68-2AE9EC15E02C}"/>
                  </a:ext>
                </a:extLst>
              </p:cNvPr>
              <p:cNvSpPr/>
              <p:nvPr/>
            </p:nvSpPr>
            <p:spPr>
              <a:xfrm rot="7200403" flipH="1">
                <a:off x="8509750" y="3341029"/>
                <a:ext cx="104426" cy="350246"/>
              </a:xfrm>
              <a:prstGeom prst="arc">
                <a:avLst>
                  <a:gd name="adj1" fmla="val 2678578"/>
                  <a:gd name="adj2" fmla="val 19252713"/>
                </a:avLst>
              </a:prstGeom>
              <a:ln>
                <a:solidFill>
                  <a:srgbClr val="FFFF0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1" name="TextBox 100">
                    <a:extLst>
                      <a:ext uri="{FF2B5EF4-FFF2-40B4-BE49-F238E27FC236}">
                        <a16:creationId xmlns:a16="http://schemas.microsoft.com/office/drawing/2014/main" id="{43ED1EEF-9CE3-7E49-54CA-0C3C77460C25}"/>
                      </a:ext>
                    </a:extLst>
                  </p:cNvPr>
                  <p:cNvSpPr txBox="1"/>
                  <p:nvPr/>
                </p:nvSpPr>
                <p:spPr>
                  <a:xfrm>
                    <a:off x="7781430" y="2905674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ln>
                                <a:noFill/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FF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1" name="TextBox 100">
                    <a:extLst>
                      <a:ext uri="{FF2B5EF4-FFF2-40B4-BE49-F238E27FC236}">
                        <a16:creationId xmlns:a16="http://schemas.microsoft.com/office/drawing/2014/main" id="{43ED1EEF-9CE3-7E49-54CA-0C3C77460C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81430" y="2905674"/>
                    <a:ext cx="471763" cy="461665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2564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127D515-1749-EDA4-C574-DD2BB0A093AA}"/>
                      </a:ext>
                    </a:extLst>
                  </p:cNvPr>
                  <p:cNvSpPr txBox="1"/>
                  <p:nvPr/>
                </p:nvSpPr>
                <p:spPr>
                  <a:xfrm>
                    <a:off x="7577419" y="3613723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FF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127D515-1749-EDA4-C574-DD2BB0A093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77419" y="3613723"/>
                    <a:ext cx="471763" cy="461665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0668F678-9DAA-C260-C1D6-9BADAA53E723}"/>
                      </a:ext>
                    </a:extLst>
                  </p:cNvPr>
                  <p:cNvSpPr txBox="1"/>
                  <p:nvPr/>
                </p:nvSpPr>
                <p:spPr>
                  <a:xfrm>
                    <a:off x="8612406" y="3382891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FF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0668F678-9DAA-C260-C1D6-9BADAA53E7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12406" y="3382891"/>
                    <a:ext cx="471763" cy="461665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65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1DFE7E19-FD63-922A-4FFE-CF4BE541B1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467808" y="1946469"/>
                <a:ext cx="489557" cy="899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41CA21A3-7B22-B5DD-263C-51B93D4E3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945495" y="1428040"/>
                <a:ext cx="5232" cy="5413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Arrow Connector 108">
                <a:extLst>
                  <a:ext uri="{FF2B5EF4-FFF2-40B4-BE49-F238E27FC236}">
                    <a16:creationId xmlns:a16="http://schemas.microsoft.com/office/drawing/2014/main" id="{EAFB59C4-3BBE-2948-6250-8EC557C875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942125" y="1669569"/>
                <a:ext cx="263920" cy="28356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E4E908AB-E1A2-59FA-75E3-061E711F1242}"/>
                      </a:ext>
                    </a:extLst>
                  </p:cNvPr>
                  <p:cNvSpPr txBox="1"/>
                  <p:nvPr/>
                </p:nvSpPr>
                <p:spPr>
                  <a:xfrm>
                    <a:off x="8288746" y="976558"/>
                    <a:ext cx="1214538" cy="4908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E4E908AB-E1A2-59FA-75E3-061E711F12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88746" y="976558"/>
                    <a:ext cx="1214538" cy="49084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8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C94ADF84-C945-D8AC-BCB8-C5E39C0FDE1E}"/>
                      </a:ext>
                    </a:extLst>
                  </p:cNvPr>
                  <p:cNvSpPr txBox="1"/>
                  <p:nvPr/>
                </p:nvSpPr>
                <p:spPr>
                  <a:xfrm>
                    <a:off x="8982387" y="1229192"/>
                    <a:ext cx="47176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𝑏𝑧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C94ADF84-C945-D8AC-BCB8-C5E39C0FDE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82387" y="1229192"/>
                    <a:ext cx="471763" cy="461665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3846" r="-23077" b="-9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13E65EE4-9F64-6B93-C0B8-7932663E4328}"/>
                      </a:ext>
                    </a:extLst>
                  </p:cNvPr>
                  <p:cNvSpPr txBox="1"/>
                  <p:nvPr/>
                </p:nvSpPr>
                <p:spPr>
                  <a:xfrm>
                    <a:off x="8049182" y="1493493"/>
                    <a:ext cx="580305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ln>
                        <a:noFill/>
                      </a:ln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13E65EE4-9F64-6B93-C0B8-7932663E43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49182" y="1493493"/>
                    <a:ext cx="580305" cy="461665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3125" r="-4167" b="-78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712375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29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Wolf, Caitlyn M. Dr. (Fed)</dc:creator>
  <cp:lastModifiedBy>Wolf, Caitlyn M. Dr. (Fed)</cp:lastModifiedBy>
  <cp:revision>5</cp:revision>
  <dcterms:created xsi:type="dcterms:W3CDTF">2026-07-07T13:14:57Z</dcterms:created>
  <dcterms:modified xsi:type="dcterms:W3CDTF">2026-07-07T14:22:41Z</dcterms:modified>
</cp:coreProperties>
</file>