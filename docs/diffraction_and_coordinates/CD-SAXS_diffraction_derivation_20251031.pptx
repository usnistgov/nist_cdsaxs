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5" r:id="rId8"/>
    <p:sldId id="263" r:id="rId9"/>
    <p:sldId id="266" r:id="rId10"/>
    <p:sldId id="264" r:id="rId11"/>
    <p:sldId id="267" r:id="rId12"/>
    <p:sldId id="268" r:id="rId13"/>
    <p:sldId id="270" r:id="rId14"/>
    <p:sldId id="271"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8117A0-D107-4B1E-BAE9-7F9D1B60BE8A}" v="2226" dt="2025-10-31T19:55:08.5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4660"/>
  </p:normalViewPr>
  <p:slideViewPr>
    <p:cSldViewPr snapToGrid="0">
      <p:cViewPr varScale="1">
        <p:scale>
          <a:sx n="140" d="100"/>
          <a:sy n="140" d="100"/>
        </p:scale>
        <p:origin x="92"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olf, Caitlyn M. Dr. (Fed)" userId="1efb2915-f65f-418e-9150-ae19f874d473" providerId="ADAL" clId="{858117A0-D107-4B1E-BAE9-7F9D1B60BE8A}"/>
    <pc:docChg chg="custSel addSld delSld modSld">
      <pc:chgData name="Wolf, Caitlyn M. Dr. (Fed)" userId="1efb2915-f65f-418e-9150-ae19f874d473" providerId="ADAL" clId="{858117A0-D107-4B1E-BAE9-7F9D1B60BE8A}" dt="2025-10-31T20:13:42.291" v="4396" actId="1076"/>
      <pc:docMkLst>
        <pc:docMk/>
      </pc:docMkLst>
      <pc:sldChg chg="addSp modSp mod">
        <pc:chgData name="Wolf, Caitlyn M. Dr. (Fed)" userId="1efb2915-f65f-418e-9150-ae19f874d473" providerId="ADAL" clId="{858117A0-D107-4B1E-BAE9-7F9D1B60BE8A}" dt="2025-10-31T14:13:30.730" v="67" actId="207"/>
        <pc:sldMkLst>
          <pc:docMk/>
          <pc:sldMk cId="2837329981" sldId="257"/>
        </pc:sldMkLst>
        <pc:spChg chg="add mod">
          <ac:chgData name="Wolf, Caitlyn M. Dr. (Fed)" userId="1efb2915-f65f-418e-9150-ae19f874d473" providerId="ADAL" clId="{858117A0-D107-4B1E-BAE9-7F9D1B60BE8A}" dt="2025-10-31T14:13:30.730" v="67" actId="207"/>
          <ac:spMkLst>
            <pc:docMk/>
            <pc:sldMk cId="2837329981" sldId="257"/>
            <ac:spMk id="87" creationId="{74B00AFC-E3BF-C0DE-E875-BEC9907A0F9D}"/>
          </ac:spMkLst>
        </pc:spChg>
      </pc:sldChg>
      <pc:sldChg chg="modSp mod">
        <pc:chgData name="Wolf, Caitlyn M. Dr. (Fed)" userId="1efb2915-f65f-418e-9150-ae19f874d473" providerId="ADAL" clId="{858117A0-D107-4B1E-BAE9-7F9D1B60BE8A}" dt="2025-10-31T14:13:48.053" v="69" actId="1076"/>
        <pc:sldMkLst>
          <pc:docMk/>
          <pc:sldMk cId="2531648055" sldId="259"/>
        </pc:sldMkLst>
        <pc:spChg chg="mod">
          <ac:chgData name="Wolf, Caitlyn M. Dr. (Fed)" userId="1efb2915-f65f-418e-9150-ae19f874d473" providerId="ADAL" clId="{858117A0-D107-4B1E-BAE9-7F9D1B60BE8A}" dt="2025-10-31T14:13:44.818" v="68" actId="1076"/>
          <ac:spMkLst>
            <pc:docMk/>
            <pc:sldMk cId="2531648055" sldId="259"/>
            <ac:spMk id="4" creationId="{298C6553-4CAB-612F-5473-8E77BC9172B3}"/>
          </ac:spMkLst>
        </pc:spChg>
        <pc:spChg chg="mod">
          <ac:chgData name="Wolf, Caitlyn M. Dr. (Fed)" userId="1efb2915-f65f-418e-9150-ae19f874d473" providerId="ADAL" clId="{858117A0-D107-4B1E-BAE9-7F9D1B60BE8A}" dt="2025-10-31T14:13:48.053" v="69" actId="1076"/>
          <ac:spMkLst>
            <pc:docMk/>
            <pc:sldMk cId="2531648055" sldId="259"/>
            <ac:spMk id="5" creationId="{D832FA9F-BB9B-721C-C4C2-A998C119C1DC}"/>
          </ac:spMkLst>
        </pc:spChg>
      </pc:sldChg>
      <pc:sldChg chg="addSp delSp modSp del mod">
        <pc:chgData name="Wolf, Caitlyn M. Dr. (Fed)" userId="1efb2915-f65f-418e-9150-ae19f874d473" providerId="ADAL" clId="{858117A0-D107-4B1E-BAE9-7F9D1B60BE8A}" dt="2025-10-31T14:21:12.943" v="531" actId="47"/>
        <pc:sldMkLst>
          <pc:docMk/>
          <pc:sldMk cId="3910587483" sldId="260"/>
        </pc:sldMkLst>
        <pc:spChg chg="del">
          <ac:chgData name="Wolf, Caitlyn M. Dr. (Fed)" userId="1efb2915-f65f-418e-9150-ae19f874d473" providerId="ADAL" clId="{858117A0-D107-4B1E-BAE9-7F9D1B60BE8A}" dt="2025-10-31T14:14:15.210" v="70" actId="478"/>
          <ac:spMkLst>
            <pc:docMk/>
            <pc:sldMk cId="3910587483" sldId="260"/>
            <ac:spMk id="2" creationId="{77B8E95B-26EE-2328-7AA9-AB24FDA67C58}"/>
          </ac:spMkLst>
        </pc:spChg>
        <pc:spChg chg="del">
          <ac:chgData name="Wolf, Caitlyn M. Dr. (Fed)" userId="1efb2915-f65f-418e-9150-ae19f874d473" providerId="ADAL" clId="{858117A0-D107-4B1E-BAE9-7F9D1B60BE8A}" dt="2025-10-31T14:14:15.210" v="70" actId="478"/>
          <ac:spMkLst>
            <pc:docMk/>
            <pc:sldMk cId="3910587483" sldId="260"/>
            <ac:spMk id="3" creationId="{1169F0FE-330A-5534-8CAC-B1132FCD2A8F}"/>
          </ac:spMkLst>
        </pc:spChg>
        <pc:spChg chg="add mod">
          <ac:chgData name="Wolf, Caitlyn M. Dr. (Fed)" userId="1efb2915-f65f-418e-9150-ae19f874d473" providerId="ADAL" clId="{858117A0-D107-4B1E-BAE9-7F9D1B60BE8A}" dt="2025-10-31T14:21:07.818" v="528" actId="164"/>
          <ac:spMkLst>
            <pc:docMk/>
            <pc:sldMk cId="3910587483" sldId="260"/>
            <ac:spMk id="5" creationId="{F61657BE-9B59-639F-87B1-639346706B93}"/>
          </ac:spMkLst>
        </pc:spChg>
        <pc:spChg chg="add mod">
          <ac:chgData name="Wolf, Caitlyn M. Dr. (Fed)" userId="1efb2915-f65f-418e-9150-ae19f874d473" providerId="ADAL" clId="{858117A0-D107-4B1E-BAE9-7F9D1B60BE8A}" dt="2025-10-31T14:21:07.818" v="528" actId="164"/>
          <ac:spMkLst>
            <pc:docMk/>
            <pc:sldMk cId="3910587483" sldId="260"/>
            <ac:spMk id="8" creationId="{E26E49A5-153C-6B90-485E-73A9F1659E56}"/>
          </ac:spMkLst>
        </pc:spChg>
        <pc:spChg chg="add mod">
          <ac:chgData name="Wolf, Caitlyn M. Dr. (Fed)" userId="1efb2915-f65f-418e-9150-ae19f874d473" providerId="ADAL" clId="{858117A0-D107-4B1E-BAE9-7F9D1B60BE8A}" dt="2025-10-31T14:21:07.818" v="528" actId="164"/>
          <ac:spMkLst>
            <pc:docMk/>
            <pc:sldMk cId="3910587483" sldId="260"/>
            <ac:spMk id="10" creationId="{980F0AE1-B5A8-7935-92D0-B8588CFE20AD}"/>
          </ac:spMkLst>
        </pc:spChg>
        <pc:spChg chg="add mod">
          <ac:chgData name="Wolf, Caitlyn M. Dr. (Fed)" userId="1efb2915-f65f-418e-9150-ae19f874d473" providerId="ADAL" clId="{858117A0-D107-4B1E-BAE9-7F9D1B60BE8A}" dt="2025-10-31T14:21:07.818" v="528" actId="164"/>
          <ac:spMkLst>
            <pc:docMk/>
            <pc:sldMk cId="3910587483" sldId="260"/>
            <ac:spMk id="12" creationId="{E6B83AB5-4F3F-4A55-6B3D-A381D912E71C}"/>
          </ac:spMkLst>
        </pc:spChg>
        <pc:spChg chg="add mod">
          <ac:chgData name="Wolf, Caitlyn M. Dr. (Fed)" userId="1efb2915-f65f-418e-9150-ae19f874d473" providerId="ADAL" clId="{858117A0-D107-4B1E-BAE9-7F9D1B60BE8A}" dt="2025-10-31T14:21:07.818" v="528" actId="164"/>
          <ac:spMkLst>
            <pc:docMk/>
            <pc:sldMk cId="3910587483" sldId="260"/>
            <ac:spMk id="14" creationId="{FB64762E-4BAD-D47E-88DC-984D3C0890F8}"/>
          </ac:spMkLst>
        </pc:spChg>
        <pc:spChg chg="add mod">
          <ac:chgData name="Wolf, Caitlyn M. Dr. (Fed)" userId="1efb2915-f65f-418e-9150-ae19f874d473" providerId="ADAL" clId="{858117A0-D107-4B1E-BAE9-7F9D1B60BE8A}" dt="2025-10-31T14:21:07.818" v="528" actId="164"/>
          <ac:spMkLst>
            <pc:docMk/>
            <pc:sldMk cId="3910587483" sldId="260"/>
            <ac:spMk id="15" creationId="{49051056-BEEC-4F3A-49F7-5281C17B5DF4}"/>
          </ac:spMkLst>
        </pc:spChg>
        <pc:spChg chg="add mod">
          <ac:chgData name="Wolf, Caitlyn M. Dr. (Fed)" userId="1efb2915-f65f-418e-9150-ae19f874d473" providerId="ADAL" clId="{858117A0-D107-4B1E-BAE9-7F9D1B60BE8A}" dt="2025-10-31T14:21:07.818" v="528" actId="164"/>
          <ac:spMkLst>
            <pc:docMk/>
            <pc:sldMk cId="3910587483" sldId="260"/>
            <ac:spMk id="16" creationId="{7AF0E868-93D3-A4B3-D9CE-D94E8B241918}"/>
          </ac:spMkLst>
        </pc:spChg>
        <pc:spChg chg="add mod">
          <ac:chgData name="Wolf, Caitlyn M. Dr. (Fed)" userId="1efb2915-f65f-418e-9150-ae19f874d473" providerId="ADAL" clId="{858117A0-D107-4B1E-BAE9-7F9D1B60BE8A}" dt="2025-10-31T14:21:07.818" v="528" actId="164"/>
          <ac:spMkLst>
            <pc:docMk/>
            <pc:sldMk cId="3910587483" sldId="260"/>
            <ac:spMk id="17" creationId="{821C423E-DE7D-EA12-50DE-B8B9958AEBB8}"/>
          </ac:spMkLst>
        </pc:spChg>
        <pc:spChg chg="add mod">
          <ac:chgData name="Wolf, Caitlyn M. Dr. (Fed)" userId="1efb2915-f65f-418e-9150-ae19f874d473" providerId="ADAL" clId="{858117A0-D107-4B1E-BAE9-7F9D1B60BE8A}" dt="2025-10-31T14:21:07.818" v="528" actId="164"/>
          <ac:spMkLst>
            <pc:docMk/>
            <pc:sldMk cId="3910587483" sldId="260"/>
            <ac:spMk id="18" creationId="{3799E828-6A78-DB03-64D2-BF0F60253C75}"/>
          </ac:spMkLst>
        </pc:spChg>
        <pc:spChg chg="add mod">
          <ac:chgData name="Wolf, Caitlyn M. Dr. (Fed)" userId="1efb2915-f65f-418e-9150-ae19f874d473" providerId="ADAL" clId="{858117A0-D107-4B1E-BAE9-7F9D1B60BE8A}" dt="2025-10-31T14:21:07.818" v="528" actId="164"/>
          <ac:spMkLst>
            <pc:docMk/>
            <pc:sldMk cId="3910587483" sldId="260"/>
            <ac:spMk id="19" creationId="{A71B18FE-A8BD-2195-A5E3-1F8461FC7EB3}"/>
          </ac:spMkLst>
        </pc:spChg>
        <pc:picChg chg="add del mod">
          <ac:chgData name="Wolf, Caitlyn M. Dr. (Fed)" userId="1efb2915-f65f-418e-9150-ae19f874d473" providerId="ADAL" clId="{858117A0-D107-4B1E-BAE9-7F9D1B60BE8A}" dt="2025-10-31T14:20:38.151" v="525" actId="478"/>
          <ac:picMkLst>
            <pc:docMk/>
            <pc:sldMk cId="3910587483" sldId="260"/>
            <ac:picMk id="20" creationId="{5247FDFC-CE41-E303-06F9-875DBB1360B6}"/>
          </ac:picMkLst>
        </pc:picChg>
      </pc:sldChg>
      <pc:sldChg chg="addSp delSp modSp new mod">
        <pc:chgData name="Wolf, Caitlyn M. Dr. (Fed)" userId="1efb2915-f65f-418e-9150-ae19f874d473" providerId="ADAL" clId="{858117A0-D107-4B1E-BAE9-7F9D1B60BE8A}" dt="2025-10-31T14:20:33.891" v="524" actId="114"/>
        <pc:sldMkLst>
          <pc:docMk/>
          <pc:sldMk cId="4181494122" sldId="261"/>
        </pc:sldMkLst>
        <pc:spChg chg="del">
          <ac:chgData name="Wolf, Caitlyn M. Dr. (Fed)" userId="1efb2915-f65f-418e-9150-ae19f874d473" providerId="ADAL" clId="{858117A0-D107-4B1E-BAE9-7F9D1B60BE8A}" dt="2025-10-31T14:18:21.691" v="78" actId="478"/>
          <ac:spMkLst>
            <pc:docMk/>
            <pc:sldMk cId="4181494122" sldId="261"/>
            <ac:spMk id="2" creationId="{DCCB7275-5038-02F7-B922-250798E4E580}"/>
          </ac:spMkLst>
        </pc:spChg>
        <pc:spChg chg="del">
          <ac:chgData name="Wolf, Caitlyn M. Dr. (Fed)" userId="1efb2915-f65f-418e-9150-ae19f874d473" providerId="ADAL" clId="{858117A0-D107-4B1E-BAE9-7F9D1B60BE8A}" dt="2025-10-31T14:18:21.691" v="78" actId="478"/>
          <ac:spMkLst>
            <pc:docMk/>
            <pc:sldMk cId="4181494122" sldId="261"/>
            <ac:spMk id="3" creationId="{F1D09086-A7C7-429D-0A8A-5E67544BC9D7}"/>
          </ac:spMkLst>
        </pc:spChg>
        <pc:spChg chg="add mod">
          <ac:chgData name="Wolf, Caitlyn M. Dr. (Fed)" userId="1efb2915-f65f-418e-9150-ae19f874d473" providerId="ADAL" clId="{858117A0-D107-4B1E-BAE9-7F9D1B60BE8A}" dt="2025-10-31T14:18:36.583" v="83" actId="1076"/>
          <ac:spMkLst>
            <pc:docMk/>
            <pc:sldMk cId="4181494122" sldId="261"/>
            <ac:spMk id="5" creationId="{2A6FCE29-851F-F526-276D-6883617174BE}"/>
          </ac:spMkLst>
        </pc:spChg>
        <pc:spChg chg="add mod">
          <ac:chgData name="Wolf, Caitlyn M. Dr. (Fed)" userId="1efb2915-f65f-418e-9150-ae19f874d473" providerId="ADAL" clId="{858117A0-D107-4B1E-BAE9-7F9D1B60BE8A}" dt="2025-10-31T14:20:33.891" v="524" actId="114"/>
          <ac:spMkLst>
            <pc:docMk/>
            <pc:sldMk cId="4181494122" sldId="261"/>
            <ac:spMk id="6" creationId="{826C7885-FD05-C99B-5913-27DADD88D50B}"/>
          </ac:spMkLst>
        </pc:spChg>
        <pc:picChg chg="add mod">
          <ac:chgData name="Wolf, Caitlyn M. Dr. (Fed)" userId="1efb2915-f65f-418e-9150-ae19f874d473" providerId="ADAL" clId="{858117A0-D107-4B1E-BAE9-7F9D1B60BE8A}" dt="2025-10-31T14:18:36.583" v="83" actId="1076"/>
          <ac:picMkLst>
            <pc:docMk/>
            <pc:sldMk cId="4181494122" sldId="261"/>
            <ac:picMk id="4" creationId="{A1F8247E-BCF8-C32C-CFDD-E4F343E6C489}"/>
          </ac:picMkLst>
        </pc:picChg>
      </pc:sldChg>
      <pc:sldChg chg="addSp delSp modSp new mod">
        <pc:chgData name="Wolf, Caitlyn M. Dr. (Fed)" userId="1efb2915-f65f-418e-9150-ae19f874d473" providerId="ADAL" clId="{858117A0-D107-4B1E-BAE9-7F9D1B60BE8A}" dt="2025-10-31T15:30:35.826" v="1148" actId="1076"/>
        <pc:sldMkLst>
          <pc:docMk/>
          <pc:sldMk cId="2077857322" sldId="262"/>
        </pc:sldMkLst>
        <pc:spChg chg="mod">
          <ac:chgData name="Wolf, Caitlyn M. Dr. (Fed)" userId="1efb2915-f65f-418e-9150-ae19f874d473" providerId="ADAL" clId="{858117A0-D107-4B1E-BAE9-7F9D1B60BE8A}" dt="2025-10-31T14:21:29.940" v="563" actId="14100"/>
          <ac:spMkLst>
            <pc:docMk/>
            <pc:sldMk cId="2077857322" sldId="262"/>
            <ac:spMk id="2" creationId="{3FAEC29F-EDB0-FA56-A1E0-625BB96AAF64}"/>
          </ac:spMkLst>
        </pc:spChg>
        <pc:spChg chg="del">
          <ac:chgData name="Wolf, Caitlyn M. Dr. (Fed)" userId="1efb2915-f65f-418e-9150-ae19f874d473" providerId="ADAL" clId="{858117A0-D107-4B1E-BAE9-7F9D1B60BE8A}" dt="2025-10-31T14:21:33.146" v="564" actId="478"/>
          <ac:spMkLst>
            <pc:docMk/>
            <pc:sldMk cId="2077857322" sldId="262"/>
            <ac:spMk id="3" creationId="{EF2A0AF2-A533-993B-3991-1B27AF7A58DD}"/>
          </ac:spMkLst>
        </pc:spChg>
        <pc:spChg chg="mod">
          <ac:chgData name="Wolf, Caitlyn M. Dr. (Fed)" userId="1efb2915-f65f-418e-9150-ae19f874d473" providerId="ADAL" clId="{858117A0-D107-4B1E-BAE9-7F9D1B60BE8A}" dt="2025-10-31T14:21:18.820" v="532" actId="1076"/>
          <ac:spMkLst>
            <pc:docMk/>
            <pc:sldMk cId="2077857322" sldId="262"/>
            <ac:spMk id="8" creationId="{A0D806B7-C3F0-D564-F8AB-17600AD02256}"/>
          </ac:spMkLst>
        </pc:spChg>
        <pc:spChg chg="mod">
          <ac:chgData name="Wolf, Caitlyn M. Dr. (Fed)" userId="1efb2915-f65f-418e-9150-ae19f874d473" providerId="ADAL" clId="{858117A0-D107-4B1E-BAE9-7F9D1B60BE8A}" dt="2025-10-31T14:21:18.820" v="532" actId="1076"/>
          <ac:spMkLst>
            <pc:docMk/>
            <pc:sldMk cId="2077857322" sldId="262"/>
            <ac:spMk id="11" creationId="{0B14B423-64F2-9910-4C88-B1DDF8C4406B}"/>
          </ac:spMkLst>
        </pc:spChg>
        <pc:spChg chg="mod">
          <ac:chgData name="Wolf, Caitlyn M. Dr. (Fed)" userId="1efb2915-f65f-418e-9150-ae19f874d473" providerId="ADAL" clId="{858117A0-D107-4B1E-BAE9-7F9D1B60BE8A}" dt="2025-10-31T14:21:18.820" v="532" actId="1076"/>
          <ac:spMkLst>
            <pc:docMk/>
            <pc:sldMk cId="2077857322" sldId="262"/>
            <ac:spMk id="13" creationId="{88BA95D7-A118-9554-3F11-E9D6407941EB}"/>
          </ac:spMkLst>
        </pc:spChg>
        <pc:spChg chg="mod">
          <ac:chgData name="Wolf, Caitlyn M. Dr. (Fed)" userId="1efb2915-f65f-418e-9150-ae19f874d473" providerId="ADAL" clId="{858117A0-D107-4B1E-BAE9-7F9D1B60BE8A}" dt="2025-10-31T14:21:18.820" v="532" actId="1076"/>
          <ac:spMkLst>
            <pc:docMk/>
            <pc:sldMk cId="2077857322" sldId="262"/>
            <ac:spMk id="14" creationId="{FE79809B-076E-EF38-C8BA-FDB37D4782A9}"/>
          </ac:spMkLst>
        </pc:spChg>
        <pc:spChg chg="mod">
          <ac:chgData name="Wolf, Caitlyn M. Dr. (Fed)" userId="1efb2915-f65f-418e-9150-ae19f874d473" providerId="ADAL" clId="{858117A0-D107-4B1E-BAE9-7F9D1B60BE8A}" dt="2025-10-31T14:21:18.820" v="532" actId="1076"/>
          <ac:spMkLst>
            <pc:docMk/>
            <pc:sldMk cId="2077857322" sldId="262"/>
            <ac:spMk id="15" creationId="{3AD50E58-3D74-348A-9EB4-A7B3DD17DB4C}"/>
          </ac:spMkLst>
        </pc:spChg>
        <pc:spChg chg="mod">
          <ac:chgData name="Wolf, Caitlyn M. Dr. (Fed)" userId="1efb2915-f65f-418e-9150-ae19f874d473" providerId="ADAL" clId="{858117A0-D107-4B1E-BAE9-7F9D1B60BE8A}" dt="2025-10-31T14:21:18.820" v="532" actId="1076"/>
          <ac:spMkLst>
            <pc:docMk/>
            <pc:sldMk cId="2077857322" sldId="262"/>
            <ac:spMk id="16" creationId="{7BD2DA54-2CE9-36B1-A4D9-2E2A022448C2}"/>
          </ac:spMkLst>
        </pc:spChg>
        <pc:spChg chg="mod">
          <ac:chgData name="Wolf, Caitlyn M. Dr. (Fed)" userId="1efb2915-f65f-418e-9150-ae19f874d473" providerId="ADAL" clId="{858117A0-D107-4B1E-BAE9-7F9D1B60BE8A}" dt="2025-10-31T14:21:18.820" v="532" actId="1076"/>
          <ac:spMkLst>
            <pc:docMk/>
            <pc:sldMk cId="2077857322" sldId="262"/>
            <ac:spMk id="18" creationId="{5D5815C8-F52D-9BF0-198E-5337E41D9C5C}"/>
          </ac:spMkLst>
        </pc:spChg>
        <pc:spChg chg="mod">
          <ac:chgData name="Wolf, Caitlyn M. Dr. (Fed)" userId="1efb2915-f65f-418e-9150-ae19f874d473" providerId="ADAL" clId="{858117A0-D107-4B1E-BAE9-7F9D1B60BE8A}" dt="2025-10-31T14:21:18.820" v="532" actId="1076"/>
          <ac:spMkLst>
            <pc:docMk/>
            <pc:sldMk cId="2077857322" sldId="262"/>
            <ac:spMk id="19" creationId="{CD74AA28-BAF9-A17C-FD06-67E6E5537159}"/>
          </ac:spMkLst>
        </pc:spChg>
        <pc:spChg chg="mod">
          <ac:chgData name="Wolf, Caitlyn M. Dr. (Fed)" userId="1efb2915-f65f-418e-9150-ae19f874d473" providerId="ADAL" clId="{858117A0-D107-4B1E-BAE9-7F9D1B60BE8A}" dt="2025-10-31T14:21:18.820" v="532" actId="1076"/>
          <ac:spMkLst>
            <pc:docMk/>
            <pc:sldMk cId="2077857322" sldId="262"/>
            <ac:spMk id="20" creationId="{759E1AE4-8409-3C8C-0331-E5A9E19A0850}"/>
          </ac:spMkLst>
        </pc:spChg>
        <pc:spChg chg="mod">
          <ac:chgData name="Wolf, Caitlyn M. Dr. (Fed)" userId="1efb2915-f65f-418e-9150-ae19f874d473" providerId="ADAL" clId="{858117A0-D107-4B1E-BAE9-7F9D1B60BE8A}" dt="2025-10-31T14:21:18.820" v="532" actId="1076"/>
          <ac:spMkLst>
            <pc:docMk/>
            <pc:sldMk cId="2077857322" sldId="262"/>
            <ac:spMk id="21" creationId="{68FB5A0D-259E-0D99-EE9F-DA211DC49F20}"/>
          </ac:spMkLst>
        </pc:spChg>
        <pc:spChg chg="add mod">
          <ac:chgData name="Wolf, Caitlyn M. Dr. (Fed)" userId="1efb2915-f65f-418e-9150-ae19f874d473" providerId="ADAL" clId="{858117A0-D107-4B1E-BAE9-7F9D1B60BE8A}" dt="2025-10-31T14:22:15.481" v="615" actId="1076"/>
          <ac:spMkLst>
            <pc:docMk/>
            <pc:sldMk cId="2077857322" sldId="262"/>
            <ac:spMk id="22" creationId="{3154494E-7E44-D667-2B62-FD9A56E060A4}"/>
          </ac:spMkLst>
        </pc:spChg>
        <pc:spChg chg="add mod">
          <ac:chgData name="Wolf, Caitlyn M. Dr. (Fed)" userId="1efb2915-f65f-418e-9150-ae19f874d473" providerId="ADAL" clId="{858117A0-D107-4B1E-BAE9-7F9D1B60BE8A}" dt="2025-10-31T14:25:27.565" v="729" actId="1076"/>
          <ac:spMkLst>
            <pc:docMk/>
            <pc:sldMk cId="2077857322" sldId="262"/>
            <ac:spMk id="23" creationId="{B46A11B9-5DC3-0942-C856-D0179285C361}"/>
          </ac:spMkLst>
        </pc:spChg>
        <pc:spChg chg="add mod">
          <ac:chgData name="Wolf, Caitlyn M. Dr. (Fed)" userId="1efb2915-f65f-418e-9150-ae19f874d473" providerId="ADAL" clId="{858117A0-D107-4B1E-BAE9-7F9D1B60BE8A}" dt="2025-10-31T14:23:42.702" v="728" actId="1076"/>
          <ac:spMkLst>
            <pc:docMk/>
            <pc:sldMk cId="2077857322" sldId="262"/>
            <ac:spMk id="24" creationId="{538C592D-646E-B61C-B03E-59B89025728C}"/>
          </ac:spMkLst>
        </pc:spChg>
        <pc:spChg chg="add mod">
          <ac:chgData name="Wolf, Caitlyn M. Dr. (Fed)" userId="1efb2915-f65f-418e-9150-ae19f874d473" providerId="ADAL" clId="{858117A0-D107-4B1E-BAE9-7F9D1B60BE8A}" dt="2025-10-31T14:25:52.138" v="731" actId="1076"/>
          <ac:spMkLst>
            <pc:docMk/>
            <pc:sldMk cId="2077857322" sldId="262"/>
            <ac:spMk id="25" creationId="{521CE21D-619D-92B8-CEAB-B345F6FD2250}"/>
          </ac:spMkLst>
        </pc:spChg>
        <pc:spChg chg="add mod">
          <ac:chgData name="Wolf, Caitlyn M. Dr. (Fed)" userId="1efb2915-f65f-418e-9150-ae19f874d473" providerId="ADAL" clId="{858117A0-D107-4B1E-BAE9-7F9D1B60BE8A}" dt="2025-10-31T14:25:52.138" v="731" actId="1076"/>
          <ac:spMkLst>
            <pc:docMk/>
            <pc:sldMk cId="2077857322" sldId="262"/>
            <ac:spMk id="26" creationId="{B36355A7-14EB-66DB-97D1-5A2415FDCC59}"/>
          </ac:spMkLst>
        </pc:spChg>
        <pc:spChg chg="add mod">
          <ac:chgData name="Wolf, Caitlyn M. Dr. (Fed)" userId="1efb2915-f65f-418e-9150-ae19f874d473" providerId="ADAL" clId="{858117A0-D107-4B1E-BAE9-7F9D1B60BE8A}" dt="2025-10-31T14:25:52.138" v="731" actId="1076"/>
          <ac:spMkLst>
            <pc:docMk/>
            <pc:sldMk cId="2077857322" sldId="262"/>
            <ac:spMk id="27" creationId="{1ABFD9FE-CFE3-31FB-1AAA-8587B6253260}"/>
          </ac:spMkLst>
        </pc:spChg>
        <pc:spChg chg="add mod">
          <ac:chgData name="Wolf, Caitlyn M. Dr. (Fed)" userId="1efb2915-f65f-418e-9150-ae19f874d473" providerId="ADAL" clId="{858117A0-D107-4B1E-BAE9-7F9D1B60BE8A}" dt="2025-10-31T14:25:52.138" v="731" actId="1076"/>
          <ac:spMkLst>
            <pc:docMk/>
            <pc:sldMk cId="2077857322" sldId="262"/>
            <ac:spMk id="28" creationId="{755F7359-D8DA-7A16-46B7-01E3784D9959}"/>
          </ac:spMkLst>
        </pc:spChg>
        <pc:spChg chg="add mod">
          <ac:chgData name="Wolf, Caitlyn M. Dr. (Fed)" userId="1efb2915-f65f-418e-9150-ae19f874d473" providerId="ADAL" clId="{858117A0-D107-4B1E-BAE9-7F9D1B60BE8A}" dt="2025-10-31T14:25:52.138" v="731" actId="1076"/>
          <ac:spMkLst>
            <pc:docMk/>
            <pc:sldMk cId="2077857322" sldId="262"/>
            <ac:spMk id="29" creationId="{80BEDDF7-F3DD-8FEF-21AC-4E63009C4002}"/>
          </ac:spMkLst>
        </pc:spChg>
        <pc:spChg chg="add mod">
          <ac:chgData name="Wolf, Caitlyn M. Dr. (Fed)" userId="1efb2915-f65f-418e-9150-ae19f874d473" providerId="ADAL" clId="{858117A0-D107-4B1E-BAE9-7F9D1B60BE8A}" dt="2025-10-31T14:25:52.138" v="731" actId="1076"/>
          <ac:spMkLst>
            <pc:docMk/>
            <pc:sldMk cId="2077857322" sldId="262"/>
            <ac:spMk id="31" creationId="{19F6F43D-A11A-D9A0-9102-EB5CB5DC3E73}"/>
          </ac:spMkLst>
        </pc:spChg>
        <pc:spChg chg="add mod">
          <ac:chgData name="Wolf, Caitlyn M. Dr. (Fed)" userId="1efb2915-f65f-418e-9150-ae19f874d473" providerId="ADAL" clId="{858117A0-D107-4B1E-BAE9-7F9D1B60BE8A}" dt="2025-10-31T14:25:52.138" v="731" actId="1076"/>
          <ac:spMkLst>
            <pc:docMk/>
            <pc:sldMk cId="2077857322" sldId="262"/>
            <ac:spMk id="32" creationId="{57691FDD-A021-3368-4FBC-54CB0C6EE98C}"/>
          </ac:spMkLst>
        </pc:spChg>
        <pc:spChg chg="add mod">
          <ac:chgData name="Wolf, Caitlyn M. Dr. (Fed)" userId="1efb2915-f65f-418e-9150-ae19f874d473" providerId="ADAL" clId="{858117A0-D107-4B1E-BAE9-7F9D1B60BE8A}" dt="2025-10-31T14:25:52.138" v="731" actId="1076"/>
          <ac:spMkLst>
            <pc:docMk/>
            <pc:sldMk cId="2077857322" sldId="262"/>
            <ac:spMk id="33" creationId="{01265133-C962-7A53-AD8D-653D5653927B}"/>
          </ac:spMkLst>
        </pc:spChg>
        <pc:spChg chg="add mod">
          <ac:chgData name="Wolf, Caitlyn M. Dr. (Fed)" userId="1efb2915-f65f-418e-9150-ae19f874d473" providerId="ADAL" clId="{858117A0-D107-4B1E-BAE9-7F9D1B60BE8A}" dt="2025-10-31T14:25:52.138" v="731" actId="1076"/>
          <ac:spMkLst>
            <pc:docMk/>
            <pc:sldMk cId="2077857322" sldId="262"/>
            <ac:spMk id="35" creationId="{F12B7361-04EE-2C63-59B3-CD88A45637FF}"/>
          </ac:spMkLst>
        </pc:spChg>
        <pc:spChg chg="add mod">
          <ac:chgData name="Wolf, Caitlyn M. Dr. (Fed)" userId="1efb2915-f65f-418e-9150-ae19f874d473" providerId="ADAL" clId="{858117A0-D107-4B1E-BAE9-7F9D1B60BE8A}" dt="2025-10-31T14:25:52.138" v="731" actId="1076"/>
          <ac:spMkLst>
            <pc:docMk/>
            <pc:sldMk cId="2077857322" sldId="262"/>
            <ac:spMk id="36" creationId="{80FB3008-7585-4CE4-CDE9-25D56EF3D6BB}"/>
          </ac:spMkLst>
        </pc:spChg>
        <pc:spChg chg="add mod">
          <ac:chgData name="Wolf, Caitlyn M. Dr. (Fed)" userId="1efb2915-f65f-418e-9150-ae19f874d473" providerId="ADAL" clId="{858117A0-D107-4B1E-BAE9-7F9D1B60BE8A}" dt="2025-10-31T15:30:35.826" v="1148" actId="1076"/>
          <ac:spMkLst>
            <pc:docMk/>
            <pc:sldMk cId="2077857322" sldId="262"/>
            <ac:spMk id="37" creationId="{26D8B098-35A0-E21E-7D80-E38A8A5EA78F}"/>
          </ac:spMkLst>
        </pc:spChg>
        <pc:picChg chg="add mod">
          <ac:chgData name="Wolf, Caitlyn M. Dr. (Fed)" userId="1efb2915-f65f-418e-9150-ae19f874d473" providerId="ADAL" clId="{858117A0-D107-4B1E-BAE9-7F9D1B60BE8A}" dt="2025-10-31T14:20:56.593" v="527"/>
          <ac:picMkLst>
            <pc:docMk/>
            <pc:sldMk cId="2077857322" sldId="262"/>
            <ac:picMk id="4" creationId="{CF7CB86A-A5BE-F7DC-E2C9-64DC3956A805}"/>
          </ac:picMkLst>
        </pc:picChg>
      </pc:sldChg>
      <pc:sldChg chg="addSp delSp modSp new mod">
        <pc:chgData name="Wolf, Caitlyn M. Dr. (Fed)" userId="1efb2915-f65f-418e-9150-ae19f874d473" providerId="ADAL" clId="{858117A0-D107-4B1E-BAE9-7F9D1B60BE8A}" dt="2025-10-31T16:00:12.491" v="3429" actId="20577"/>
        <pc:sldMkLst>
          <pc:docMk/>
          <pc:sldMk cId="2979419616" sldId="263"/>
        </pc:sldMkLst>
        <pc:spChg chg="del">
          <ac:chgData name="Wolf, Caitlyn M. Dr. (Fed)" userId="1efb2915-f65f-418e-9150-ae19f874d473" providerId="ADAL" clId="{858117A0-D107-4B1E-BAE9-7F9D1B60BE8A}" dt="2025-10-31T15:35:11.457" v="1802" actId="478"/>
          <ac:spMkLst>
            <pc:docMk/>
            <pc:sldMk cId="2979419616" sldId="263"/>
            <ac:spMk id="2" creationId="{5B8B31C6-2F43-E8A1-FB31-C06A8DDBAFDD}"/>
          </ac:spMkLst>
        </pc:spChg>
        <pc:spChg chg="del">
          <ac:chgData name="Wolf, Caitlyn M. Dr. (Fed)" userId="1efb2915-f65f-418e-9150-ae19f874d473" providerId="ADAL" clId="{858117A0-D107-4B1E-BAE9-7F9D1B60BE8A}" dt="2025-10-31T15:35:11.457" v="1802" actId="478"/>
          <ac:spMkLst>
            <pc:docMk/>
            <pc:sldMk cId="2979419616" sldId="263"/>
            <ac:spMk id="3" creationId="{54870929-DF82-5870-85A4-2B3F42CE76F1}"/>
          </ac:spMkLst>
        </pc:spChg>
        <pc:spChg chg="add mod">
          <ac:chgData name="Wolf, Caitlyn M. Dr. (Fed)" userId="1efb2915-f65f-418e-9150-ae19f874d473" providerId="ADAL" clId="{858117A0-D107-4B1E-BAE9-7F9D1B60BE8A}" dt="2025-10-31T15:35:59.076" v="1834" actId="1076"/>
          <ac:spMkLst>
            <pc:docMk/>
            <pc:sldMk cId="2979419616" sldId="263"/>
            <ac:spMk id="4" creationId="{31683683-0B2C-F5EE-321E-1C32D10A96BB}"/>
          </ac:spMkLst>
        </pc:spChg>
        <pc:spChg chg="add mod">
          <ac:chgData name="Wolf, Caitlyn M. Dr. (Fed)" userId="1efb2915-f65f-418e-9150-ae19f874d473" providerId="ADAL" clId="{858117A0-D107-4B1E-BAE9-7F9D1B60BE8A}" dt="2025-10-31T15:35:18.547" v="1805" actId="1076"/>
          <ac:spMkLst>
            <pc:docMk/>
            <pc:sldMk cId="2979419616" sldId="263"/>
            <ac:spMk id="6" creationId="{B30F87A0-CD7B-3A0F-2CD4-E9E1A8F61C48}"/>
          </ac:spMkLst>
        </pc:spChg>
        <pc:spChg chg="add mod">
          <ac:chgData name="Wolf, Caitlyn M. Dr. (Fed)" userId="1efb2915-f65f-418e-9150-ae19f874d473" providerId="ADAL" clId="{858117A0-D107-4B1E-BAE9-7F9D1B60BE8A}" dt="2025-10-31T15:36:02.823" v="1835" actId="1076"/>
          <ac:spMkLst>
            <pc:docMk/>
            <pc:sldMk cId="2979419616" sldId="263"/>
            <ac:spMk id="7" creationId="{CD4AD5D2-2988-B445-EF01-38FBEC622906}"/>
          </ac:spMkLst>
        </pc:spChg>
        <pc:spChg chg="add mod">
          <ac:chgData name="Wolf, Caitlyn M. Dr. (Fed)" userId="1efb2915-f65f-418e-9150-ae19f874d473" providerId="ADAL" clId="{858117A0-D107-4B1E-BAE9-7F9D1B60BE8A}" dt="2025-10-31T15:39:47.521" v="1967" actId="1076"/>
          <ac:spMkLst>
            <pc:docMk/>
            <pc:sldMk cId="2979419616" sldId="263"/>
            <ac:spMk id="8" creationId="{39BE9D21-7A89-3BED-6B4D-728AB2FA9054}"/>
          </ac:spMkLst>
        </pc:spChg>
        <pc:spChg chg="add mod">
          <ac:chgData name="Wolf, Caitlyn M. Dr. (Fed)" userId="1efb2915-f65f-418e-9150-ae19f874d473" providerId="ADAL" clId="{858117A0-D107-4B1E-BAE9-7F9D1B60BE8A}" dt="2025-10-31T15:40:16.006" v="1978" actId="1076"/>
          <ac:spMkLst>
            <pc:docMk/>
            <pc:sldMk cId="2979419616" sldId="263"/>
            <ac:spMk id="9" creationId="{3B754D7F-30F1-64F2-EB73-1948B1875EFF}"/>
          </ac:spMkLst>
        </pc:spChg>
        <pc:spChg chg="add mod">
          <ac:chgData name="Wolf, Caitlyn M. Dr. (Fed)" userId="1efb2915-f65f-418e-9150-ae19f874d473" providerId="ADAL" clId="{858117A0-D107-4B1E-BAE9-7F9D1B60BE8A}" dt="2025-10-31T16:00:12.491" v="3429" actId="20577"/>
          <ac:spMkLst>
            <pc:docMk/>
            <pc:sldMk cId="2979419616" sldId="263"/>
            <ac:spMk id="10" creationId="{A937EEFD-86DA-3A9E-9719-7B2A4ABEF08E}"/>
          </ac:spMkLst>
        </pc:spChg>
      </pc:sldChg>
      <pc:sldChg chg="addSp delSp modSp new mod">
        <pc:chgData name="Wolf, Caitlyn M. Dr. (Fed)" userId="1efb2915-f65f-418e-9150-ae19f874d473" providerId="ADAL" clId="{858117A0-D107-4B1E-BAE9-7F9D1B60BE8A}" dt="2025-10-31T16:02:56.656" v="3562" actId="1076"/>
        <pc:sldMkLst>
          <pc:docMk/>
          <pc:sldMk cId="1992360676" sldId="264"/>
        </pc:sldMkLst>
        <pc:spChg chg="mod">
          <ac:chgData name="Wolf, Caitlyn M. Dr. (Fed)" userId="1efb2915-f65f-418e-9150-ae19f874d473" providerId="ADAL" clId="{858117A0-D107-4B1E-BAE9-7F9D1B60BE8A}" dt="2025-10-31T15:51:26.622" v="3193" actId="14100"/>
          <ac:spMkLst>
            <pc:docMk/>
            <pc:sldMk cId="1992360676" sldId="264"/>
            <ac:spMk id="2" creationId="{DE854ECA-DA8F-E4E6-DD56-5CDF968B986B}"/>
          </ac:spMkLst>
        </pc:spChg>
        <pc:spChg chg="mod">
          <ac:chgData name="Wolf, Caitlyn M. Dr. (Fed)" userId="1efb2915-f65f-418e-9150-ae19f874d473" providerId="ADAL" clId="{858117A0-D107-4B1E-BAE9-7F9D1B60BE8A}" dt="2025-10-31T15:53:08.049" v="3374" actId="20577"/>
          <ac:spMkLst>
            <pc:docMk/>
            <pc:sldMk cId="1992360676" sldId="264"/>
            <ac:spMk id="3" creationId="{C5B8A432-5EDE-A089-73B1-A020F0410B96}"/>
          </ac:spMkLst>
        </pc:spChg>
        <pc:spChg chg="add del mod">
          <ac:chgData name="Wolf, Caitlyn M. Dr. (Fed)" userId="1efb2915-f65f-418e-9150-ae19f874d473" providerId="ADAL" clId="{858117A0-D107-4B1E-BAE9-7F9D1B60BE8A}" dt="2025-10-31T15:52:00.772" v="3298" actId="478"/>
          <ac:spMkLst>
            <pc:docMk/>
            <pc:sldMk cId="1992360676" sldId="264"/>
            <ac:spMk id="4" creationId="{E14CCAAB-257C-BB3E-CE2F-EAB4536E55B5}"/>
          </ac:spMkLst>
        </pc:spChg>
        <pc:spChg chg="add mod">
          <ac:chgData name="Wolf, Caitlyn M. Dr. (Fed)" userId="1efb2915-f65f-418e-9150-ae19f874d473" providerId="ADAL" clId="{858117A0-D107-4B1E-BAE9-7F9D1B60BE8A}" dt="2025-10-31T16:00:59.451" v="3435" actId="207"/>
          <ac:spMkLst>
            <pc:docMk/>
            <pc:sldMk cId="1992360676" sldId="264"/>
            <ac:spMk id="5" creationId="{C28910D8-487A-296E-4C57-05A6386CC2FD}"/>
          </ac:spMkLst>
        </pc:spChg>
        <pc:spChg chg="add mod">
          <ac:chgData name="Wolf, Caitlyn M. Dr. (Fed)" userId="1efb2915-f65f-418e-9150-ae19f874d473" providerId="ADAL" clId="{858117A0-D107-4B1E-BAE9-7F9D1B60BE8A}" dt="2025-10-31T16:01:03.835" v="3442" actId="20577"/>
          <ac:spMkLst>
            <pc:docMk/>
            <pc:sldMk cId="1992360676" sldId="264"/>
            <ac:spMk id="6" creationId="{2A8AB84A-8218-A77B-F032-5DAE96219C67}"/>
          </ac:spMkLst>
        </pc:spChg>
        <pc:spChg chg="add mod">
          <ac:chgData name="Wolf, Caitlyn M. Dr. (Fed)" userId="1efb2915-f65f-418e-9150-ae19f874d473" providerId="ADAL" clId="{858117A0-D107-4B1E-BAE9-7F9D1B60BE8A}" dt="2025-10-31T16:02:17.912" v="3507" actId="20577"/>
          <ac:spMkLst>
            <pc:docMk/>
            <pc:sldMk cId="1992360676" sldId="264"/>
            <ac:spMk id="7" creationId="{39263F21-188A-5061-6F4A-05D0D4AA344C}"/>
          </ac:spMkLst>
        </pc:spChg>
        <pc:spChg chg="add mod">
          <ac:chgData name="Wolf, Caitlyn M. Dr. (Fed)" userId="1efb2915-f65f-418e-9150-ae19f874d473" providerId="ADAL" clId="{858117A0-D107-4B1E-BAE9-7F9D1B60BE8A}" dt="2025-10-31T16:02:56.656" v="3562" actId="1076"/>
          <ac:spMkLst>
            <pc:docMk/>
            <pc:sldMk cId="1992360676" sldId="264"/>
            <ac:spMk id="8" creationId="{9EFD8D74-3125-AFE4-BFB5-E1A3A51371F5}"/>
          </ac:spMkLst>
        </pc:spChg>
      </pc:sldChg>
      <pc:sldChg chg="addSp delSp modSp add mod">
        <pc:chgData name="Wolf, Caitlyn M. Dr. (Fed)" userId="1efb2915-f65f-418e-9150-ae19f874d473" providerId="ADAL" clId="{858117A0-D107-4B1E-BAE9-7F9D1B60BE8A}" dt="2025-10-31T15:45:06.787" v="2245" actId="20577"/>
        <pc:sldMkLst>
          <pc:docMk/>
          <pc:sldMk cId="2439068826" sldId="265"/>
        </pc:sldMkLst>
        <pc:spChg chg="mod">
          <ac:chgData name="Wolf, Caitlyn M. Dr. (Fed)" userId="1efb2915-f65f-418e-9150-ae19f874d473" providerId="ADAL" clId="{858117A0-D107-4B1E-BAE9-7F9D1B60BE8A}" dt="2025-10-31T15:31:31.797" v="1267" actId="14100"/>
          <ac:spMkLst>
            <pc:docMk/>
            <pc:sldMk cId="2439068826" sldId="265"/>
            <ac:spMk id="2" creationId="{96F8D477-8FE7-BAC6-7A05-F469B634BB30}"/>
          </ac:spMkLst>
        </pc:spChg>
        <pc:spChg chg="add mod">
          <ac:chgData name="Wolf, Caitlyn M. Dr. (Fed)" userId="1efb2915-f65f-418e-9150-ae19f874d473" providerId="ADAL" clId="{858117A0-D107-4B1E-BAE9-7F9D1B60BE8A}" dt="2025-10-31T15:44:48.063" v="2231" actId="1076"/>
          <ac:spMkLst>
            <pc:docMk/>
            <pc:sldMk cId="2439068826" sldId="265"/>
            <ac:spMk id="3" creationId="{69FA796D-B33A-F4C7-298B-A4ED6D3143B6}"/>
          </ac:spMkLst>
        </pc:spChg>
        <pc:spChg chg="add mod">
          <ac:chgData name="Wolf, Caitlyn M. Dr. (Fed)" userId="1efb2915-f65f-418e-9150-ae19f874d473" providerId="ADAL" clId="{858117A0-D107-4B1E-BAE9-7F9D1B60BE8A}" dt="2025-10-31T15:45:06.787" v="2245" actId="20577"/>
          <ac:spMkLst>
            <pc:docMk/>
            <pc:sldMk cId="2439068826" sldId="265"/>
            <ac:spMk id="4" creationId="{268AA5FA-2219-ACD4-8766-3A3442200515}"/>
          </ac:spMkLst>
        </pc:spChg>
        <pc:spChg chg="del">
          <ac:chgData name="Wolf, Caitlyn M. Dr. (Fed)" userId="1efb2915-f65f-418e-9150-ae19f874d473" providerId="ADAL" clId="{858117A0-D107-4B1E-BAE9-7F9D1B60BE8A}" dt="2025-10-31T15:31:08.788" v="1150" actId="478"/>
          <ac:spMkLst>
            <pc:docMk/>
            <pc:sldMk cId="2439068826" sldId="265"/>
            <ac:spMk id="22" creationId="{263A26DB-9D81-3BAD-149E-B95296DD6ADB}"/>
          </ac:spMkLst>
        </pc:spChg>
        <pc:spChg chg="del">
          <ac:chgData name="Wolf, Caitlyn M. Dr. (Fed)" userId="1efb2915-f65f-418e-9150-ae19f874d473" providerId="ADAL" clId="{858117A0-D107-4B1E-BAE9-7F9D1B60BE8A}" dt="2025-10-31T15:31:08.788" v="1150" actId="478"/>
          <ac:spMkLst>
            <pc:docMk/>
            <pc:sldMk cId="2439068826" sldId="265"/>
            <ac:spMk id="23" creationId="{9BD37025-B536-471A-236E-8B2D338F5EB7}"/>
          </ac:spMkLst>
        </pc:spChg>
        <pc:spChg chg="del">
          <ac:chgData name="Wolf, Caitlyn M. Dr. (Fed)" userId="1efb2915-f65f-418e-9150-ae19f874d473" providerId="ADAL" clId="{858117A0-D107-4B1E-BAE9-7F9D1B60BE8A}" dt="2025-10-31T15:31:08.788" v="1150" actId="478"/>
          <ac:spMkLst>
            <pc:docMk/>
            <pc:sldMk cId="2439068826" sldId="265"/>
            <ac:spMk id="24" creationId="{4112654D-BD0F-139C-BA7C-85B2A1A73481}"/>
          </ac:spMkLst>
        </pc:spChg>
        <pc:spChg chg="del">
          <ac:chgData name="Wolf, Caitlyn M. Dr. (Fed)" userId="1efb2915-f65f-418e-9150-ae19f874d473" providerId="ADAL" clId="{858117A0-D107-4B1E-BAE9-7F9D1B60BE8A}" dt="2025-10-31T15:31:08.788" v="1150" actId="478"/>
          <ac:spMkLst>
            <pc:docMk/>
            <pc:sldMk cId="2439068826" sldId="265"/>
            <ac:spMk id="26" creationId="{1B1145F5-2791-D254-96B5-9D93E4432DCB}"/>
          </ac:spMkLst>
        </pc:spChg>
        <pc:spChg chg="del">
          <ac:chgData name="Wolf, Caitlyn M. Dr. (Fed)" userId="1efb2915-f65f-418e-9150-ae19f874d473" providerId="ADAL" clId="{858117A0-D107-4B1E-BAE9-7F9D1B60BE8A}" dt="2025-10-31T15:31:08.788" v="1150" actId="478"/>
          <ac:spMkLst>
            <pc:docMk/>
            <pc:sldMk cId="2439068826" sldId="265"/>
            <ac:spMk id="27" creationId="{32E70F04-79B8-AE61-A7D8-D137878ABF44}"/>
          </ac:spMkLst>
        </pc:spChg>
        <pc:spChg chg="del">
          <ac:chgData name="Wolf, Caitlyn M. Dr. (Fed)" userId="1efb2915-f65f-418e-9150-ae19f874d473" providerId="ADAL" clId="{858117A0-D107-4B1E-BAE9-7F9D1B60BE8A}" dt="2025-10-31T15:31:08.788" v="1150" actId="478"/>
          <ac:spMkLst>
            <pc:docMk/>
            <pc:sldMk cId="2439068826" sldId="265"/>
            <ac:spMk id="28" creationId="{AE003526-BAB1-FF37-E41C-1D2374D6F5FD}"/>
          </ac:spMkLst>
        </pc:spChg>
        <pc:spChg chg="del">
          <ac:chgData name="Wolf, Caitlyn M. Dr. (Fed)" userId="1efb2915-f65f-418e-9150-ae19f874d473" providerId="ADAL" clId="{858117A0-D107-4B1E-BAE9-7F9D1B60BE8A}" dt="2025-10-31T15:31:08.788" v="1150" actId="478"/>
          <ac:spMkLst>
            <pc:docMk/>
            <pc:sldMk cId="2439068826" sldId="265"/>
            <ac:spMk id="29" creationId="{F5A48826-681A-9885-5C8E-789C4A5FFEEB}"/>
          </ac:spMkLst>
        </pc:spChg>
        <pc:spChg chg="del">
          <ac:chgData name="Wolf, Caitlyn M. Dr. (Fed)" userId="1efb2915-f65f-418e-9150-ae19f874d473" providerId="ADAL" clId="{858117A0-D107-4B1E-BAE9-7F9D1B60BE8A}" dt="2025-10-31T15:31:08.788" v="1150" actId="478"/>
          <ac:spMkLst>
            <pc:docMk/>
            <pc:sldMk cId="2439068826" sldId="265"/>
            <ac:spMk id="30" creationId="{ED6F9F98-F489-2C85-7533-97F79E06E6C8}"/>
          </ac:spMkLst>
        </pc:spChg>
        <pc:spChg chg="del">
          <ac:chgData name="Wolf, Caitlyn M. Dr. (Fed)" userId="1efb2915-f65f-418e-9150-ae19f874d473" providerId="ADAL" clId="{858117A0-D107-4B1E-BAE9-7F9D1B60BE8A}" dt="2025-10-31T15:31:08.788" v="1150" actId="478"/>
          <ac:spMkLst>
            <pc:docMk/>
            <pc:sldMk cId="2439068826" sldId="265"/>
            <ac:spMk id="32" creationId="{CC300B5E-6BC9-1FF1-4EBC-58750D2107BD}"/>
          </ac:spMkLst>
        </pc:spChg>
        <pc:spChg chg="del">
          <ac:chgData name="Wolf, Caitlyn M. Dr. (Fed)" userId="1efb2915-f65f-418e-9150-ae19f874d473" providerId="ADAL" clId="{858117A0-D107-4B1E-BAE9-7F9D1B60BE8A}" dt="2025-10-31T15:31:08.788" v="1150" actId="478"/>
          <ac:spMkLst>
            <pc:docMk/>
            <pc:sldMk cId="2439068826" sldId="265"/>
            <ac:spMk id="33" creationId="{CB646538-F1E0-23B4-DC2E-51872EEB20FC}"/>
          </ac:spMkLst>
        </pc:spChg>
        <pc:spChg chg="mod">
          <ac:chgData name="Wolf, Caitlyn M. Dr. (Fed)" userId="1efb2915-f65f-418e-9150-ae19f874d473" providerId="ADAL" clId="{858117A0-D107-4B1E-BAE9-7F9D1B60BE8A}" dt="2025-10-31T15:31:11.853" v="1151" actId="1076"/>
          <ac:spMkLst>
            <pc:docMk/>
            <pc:sldMk cId="2439068826" sldId="265"/>
            <ac:spMk id="37" creationId="{02457D52-76B6-11A1-7642-907F764F1148}"/>
          </ac:spMkLst>
        </pc:spChg>
      </pc:sldChg>
      <pc:sldChg chg="addSp delSp modSp new del mod">
        <pc:chgData name="Wolf, Caitlyn M. Dr. (Fed)" userId="1efb2915-f65f-418e-9150-ae19f874d473" providerId="ADAL" clId="{858117A0-D107-4B1E-BAE9-7F9D1B60BE8A}" dt="2025-10-31T15:26:17.049" v="1089" actId="47"/>
        <pc:sldMkLst>
          <pc:docMk/>
          <pc:sldMk cId="3599530599" sldId="265"/>
        </pc:sldMkLst>
        <pc:spChg chg="del">
          <ac:chgData name="Wolf, Caitlyn M. Dr. (Fed)" userId="1efb2915-f65f-418e-9150-ae19f874d473" providerId="ADAL" clId="{858117A0-D107-4B1E-BAE9-7F9D1B60BE8A}" dt="2025-10-31T14:32:17.481" v="737" actId="478"/>
          <ac:spMkLst>
            <pc:docMk/>
            <pc:sldMk cId="3599530599" sldId="265"/>
            <ac:spMk id="2" creationId="{59DCD105-9839-48D4-E435-FDDE37705BB5}"/>
          </ac:spMkLst>
        </pc:spChg>
        <pc:spChg chg="del">
          <ac:chgData name="Wolf, Caitlyn M. Dr. (Fed)" userId="1efb2915-f65f-418e-9150-ae19f874d473" providerId="ADAL" clId="{858117A0-D107-4B1E-BAE9-7F9D1B60BE8A}" dt="2025-10-31T14:32:17.481" v="737" actId="478"/>
          <ac:spMkLst>
            <pc:docMk/>
            <pc:sldMk cId="3599530599" sldId="265"/>
            <ac:spMk id="3" creationId="{69570527-A4E0-0922-5ECD-29144F7580EA}"/>
          </ac:spMkLst>
        </pc:spChg>
        <pc:spChg chg="add mod">
          <ac:chgData name="Wolf, Caitlyn M. Dr. (Fed)" userId="1efb2915-f65f-418e-9150-ae19f874d473" providerId="ADAL" clId="{858117A0-D107-4B1E-BAE9-7F9D1B60BE8A}" dt="2025-10-31T14:32:32.486" v="741" actId="1076"/>
          <ac:spMkLst>
            <pc:docMk/>
            <pc:sldMk cId="3599530599" sldId="265"/>
            <ac:spMk id="5" creationId="{06C4DAC0-1472-1515-1D62-05D85C748FD8}"/>
          </ac:spMkLst>
        </pc:spChg>
        <pc:spChg chg="add mod">
          <ac:chgData name="Wolf, Caitlyn M. Dr. (Fed)" userId="1efb2915-f65f-418e-9150-ae19f874d473" providerId="ADAL" clId="{858117A0-D107-4B1E-BAE9-7F9D1B60BE8A}" dt="2025-10-31T14:33:35.665" v="854" actId="1076"/>
          <ac:spMkLst>
            <pc:docMk/>
            <pc:sldMk cId="3599530599" sldId="265"/>
            <ac:spMk id="6" creationId="{D749092F-1F9C-A022-6DDB-104E3931D605}"/>
          </ac:spMkLst>
        </pc:spChg>
        <pc:spChg chg="add mod">
          <ac:chgData name="Wolf, Caitlyn M. Dr. (Fed)" userId="1efb2915-f65f-418e-9150-ae19f874d473" providerId="ADAL" clId="{858117A0-D107-4B1E-BAE9-7F9D1B60BE8A}" dt="2025-10-31T15:05:07.194" v="1088" actId="20577"/>
          <ac:spMkLst>
            <pc:docMk/>
            <pc:sldMk cId="3599530599" sldId="265"/>
            <ac:spMk id="7" creationId="{8896B6A6-5FF5-5EE5-B76D-5FBE38C6D1AD}"/>
          </ac:spMkLst>
        </pc:spChg>
        <pc:spChg chg="add del mod">
          <ac:chgData name="Wolf, Caitlyn M. Dr. (Fed)" userId="1efb2915-f65f-418e-9150-ae19f874d473" providerId="ADAL" clId="{858117A0-D107-4B1E-BAE9-7F9D1B60BE8A}" dt="2025-10-31T14:40:52.172" v="938" actId="478"/>
          <ac:spMkLst>
            <pc:docMk/>
            <pc:sldMk cId="3599530599" sldId="265"/>
            <ac:spMk id="8" creationId="{C1929286-B25C-E996-A44D-ABE4444BAFA6}"/>
          </ac:spMkLst>
        </pc:spChg>
        <pc:spChg chg="add mod">
          <ac:chgData name="Wolf, Caitlyn M. Dr. (Fed)" userId="1efb2915-f65f-418e-9150-ae19f874d473" providerId="ADAL" clId="{858117A0-D107-4B1E-BAE9-7F9D1B60BE8A}" dt="2025-10-31T14:42:40.749" v="1081" actId="20577"/>
          <ac:spMkLst>
            <pc:docMk/>
            <pc:sldMk cId="3599530599" sldId="265"/>
            <ac:spMk id="9" creationId="{5F109CB2-964F-30F9-FA82-DB6CAAA87B16}"/>
          </ac:spMkLst>
        </pc:spChg>
      </pc:sldChg>
      <pc:sldChg chg="addSp delSp modSp new mod">
        <pc:chgData name="Wolf, Caitlyn M. Dr. (Fed)" userId="1efb2915-f65f-418e-9150-ae19f874d473" providerId="ADAL" clId="{858117A0-D107-4B1E-BAE9-7F9D1B60BE8A}" dt="2025-10-31T16:00:40.635" v="3432" actId="1076"/>
        <pc:sldMkLst>
          <pc:docMk/>
          <pc:sldMk cId="3037933482" sldId="266"/>
        </pc:sldMkLst>
        <pc:spChg chg="del">
          <ac:chgData name="Wolf, Caitlyn M. Dr. (Fed)" userId="1efb2915-f65f-418e-9150-ae19f874d473" providerId="ADAL" clId="{858117A0-D107-4B1E-BAE9-7F9D1B60BE8A}" dt="2025-10-31T15:45:11.685" v="2246" actId="478"/>
          <ac:spMkLst>
            <pc:docMk/>
            <pc:sldMk cId="3037933482" sldId="266"/>
            <ac:spMk id="2" creationId="{4CEC6879-A2E4-B737-ACC5-AF66E22BD615}"/>
          </ac:spMkLst>
        </pc:spChg>
        <pc:spChg chg="del">
          <ac:chgData name="Wolf, Caitlyn M. Dr. (Fed)" userId="1efb2915-f65f-418e-9150-ae19f874d473" providerId="ADAL" clId="{858117A0-D107-4B1E-BAE9-7F9D1B60BE8A}" dt="2025-10-31T15:45:11.685" v="2246" actId="478"/>
          <ac:spMkLst>
            <pc:docMk/>
            <pc:sldMk cId="3037933482" sldId="266"/>
            <ac:spMk id="3" creationId="{29298034-F75B-AE1F-38B7-63AB64FE1C76}"/>
          </ac:spMkLst>
        </pc:spChg>
        <pc:spChg chg="add mod">
          <ac:chgData name="Wolf, Caitlyn M. Dr. (Fed)" userId="1efb2915-f65f-418e-9150-ae19f874d473" providerId="ADAL" clId="{858117A0-D107-4B1E-BAE9-7F9D1B60BE8A}" dt="2025-10-31T16:00:32.486" v="3430"/>
          <ac:spMkLst>
            <pc:docMk/>
            <pc:sldMk cId="3037933482" sldId="266"/>
            <ac:spMk id="4" creationId="{D31D729A-B78D-8B99-76A7-533A82FA3A6D}"/>
          </ac:spMkLst>
        </pc:spChg>
        <pc:spChg chg="add mod">
          <ac:chgData name="Wolf, Caitlyn M. Dr. (Fed)" userId="1efb2915-f65f-418e-9150-ae19f874d473" providerId="ADAL" clId="{858117A0-D107-4B1E-BAE9-7F9D1B60BE8A}" dt="2025-10-31T15:46:21.193" v="2262" actId="1076"/>
          <ac:spMkLst>
            <pc:docMk/>
            <pc:sldMk cId="3037933482" sldId="266"/>
            <ac:spMk id="5" creationId="{D0757717-6372-E783-77D9-839F2A5CC5E1}"/>
          </ac:spMkLst>
        </pc:spChg>
        <pc:spChg chg="add mod">
          <ac:chgData name="Wolf, Caitlyn M. Dr. (Fed)" userId="1efb2915-f65f-418e-9150-ae19f874d473" providerId="ADAL" clId="{858117A0-D107-4B1E-BAE9-7F9D1B60BE8A}" dt="2025-10-31T16:00:40.635" v="3432" actId="1076"/>
          <ac:spMkLst>
            <pc:docMk/>
            <pc:sldMk cId="3037933482" sldId="266"/>
            <ac:spMk id="6" creationId="{1D2D7A34-01F6-16FE-423F-CDE1499D50FA}"/>
          </ac:spMkLst>
        </pc:spChg>
        <pc:spChg chg="add mod">
          <ac:chgData name="Wolf, Caitlyn M. Dr. (Fed)" userId="1efb2915-f65f-418e-9150-ae19f874d473" providerId="ADAL" clId="{858117A0-D107-4B1E-BAE9-7F9D1B60BE8A}" dt="2025-10-31T15:46:21.193" v="2262" actId="1076"/>
          <ac:spMkLst>
            <pc:docMk/>
            <pc:sldMk cId="3037933482" sldId="266"/>
            <ac:spMk id="8" creationId="{E84210B1-9D67-364C-D6E8-0970B82E7591}"/>
          </ac:spMkLst>
        </pc:spChg>
        <pc:spChg chg="add del mod">
          <ac:chgData name="Wolf, Caitlyn M. Dr. (Fed)" userId="1efb2915-f65f-418e-9150-ae19f874d473" providerId="ADAL" clId="{858117A0-D107-4B1E-BAE9-7F9D1B60BE8A}" dt="2025-10-31T15:49:15.330" v="2498" actId="478"/>
          <ac:spMkLst>
            <pc:docMk/>
            <pc:sldMk cId="3037933482" sldId="266"/>
            <ac:spMk id="9" creationId="{205CD250-8633-FCCD-7DC7-1AB5150E5540}"/>
          </ac:spMkLst>
        </pc:spChg>
        <pc:spChg chg="add del mod">
          <ac:chgData name="Wolf, Caitlyn M. Dr. (Fed)" userId="1efb2915-f65f-418e-9150-ae19f874d473" providerId="ADAL" clId="{858117A0-D107-4B1E-BAE9-7F9D1B60BE8A}" dt="2025-10-31T15:49:15.330" v="2498" actId="478"/>
          <ac:spMkLst>
            <pc:docMk/>
            <pc:sldMk cId="3037933482" sldId="266"/>
            <ac:spMk id="10" creationId="{D60833D3-545D-2D5F-551C-E1B2CB49AEE2}"/>
          </ac:spMkLst>
        </pc:spChg>
        <pc:spChg chg="add mod">
          <ac:chgData name="Wolf, Caitlyn M. Dr. (Fed)" userId="1efb2915-f65f-418e-9150-ae19f874d473" providerId="ADAL" clId="{858117A0-D107-4B1E-BAE9-7F9D1B60BE8A}" dt="2025-10-31T15:51:09.435" v="3145" actId="1076"/>
          <ac:spMkLst>
            <pc:docMk/>
            <pc:sldMk cId="3037933482" sldId="266"/>
            <ac:spMk id="11" creationId="{38BBEA26-D70F-4CE9-2DBE-93D702B3FDF4}"/>
          </ac:spMkLst>
        </pc:spChg>
      </pc:sldChg>
      <pc:sldChg chg="addSp delSp modSp new mod">
        <pc:chgData name="Wolf, Caitlyn M. Dr. (Fed)" userId="1efb2915-f65f-418e-9150-ae19f874d473" providerId="ADAL" clId="{858117A0-D107-4B1E-BAE9-7F9D1B60BE8A}" dt="2025-10-31T16:12:21.537" v="4059" actId="1076"/>
        <pc:sldMkLst>
          <pc:docMk/>
          <pc:sldMk cId="2218291101" sldId="267"/>
        </pc:sldMkLst>
        <pc:spChg chg="mod">
          <ac:chgData name="Wolf, Caitlyn M. Dr. (Fed)" userId="1efb2915-f65f-418e-9150-ae19f874d473" providerId="ADAL" clId="{858117A0-D107-4B1E-BAE9-7F9D1B60BE8A}" dt="2025-10-31T16:01:38.182" v="3459" actId="20577"/>
          <ac:spMkLst>
            <pc:docMk/>
            <pc:sldMk cId="2218291101" sldId="267"/>
            <ac:spMk id="2" creationId="{E1AEB818-3EC6-ABA7-5D46-9EFFC3B34E56}"/>
          </ac:spMkLst>
        </pc:spChg>
        <pc:spChg chg="del">
          <ac:chgData name="Wolf, Caitlyn M. Dr. (Fed)" userId="1efb2915-f65f-418e-9150-ae19f874d473" providerId="ADAL" clId="{858117A0-D107-4B1E-BAE9-7F9D1B60BE8A}" dt="2025-10-31T16:01:40.966" v="3460" actId="478"/>
          <ac:spMkLst>
            <pc:docMk/>
            <pc:sldMk cId="2218291101" sldId="267"/>
            <ac:spMk id="3" creationId="{7A645651-4A4D-CC0E-82EE-80E95BDE4F0F}"/>
          </ac:spMkLst>
        </pc:spChg>
        <pc:spChg chg="add del mod">
          <ac:chgData name="Wolf, Caitlyn M. Dr. (Fed)" userId="1efb2915-f65f-418e-9150-ae19f874d473" providerId="ADAL" clId="{858117A0-D107-4B1E-BAE9-7F9D1B60BE8A}" dt="2025-10-31T16:03:02.502" v="3564" actId="478"/>
          <ac:spMkLst>
            <pc:docMk/>
            <pc:sldMk cId="2218291101" sldId="267"/>
            <ac:spMk id="4" creationId="{CE655639-59E2-1F2F-5BFF-E22B39FDABB9}"/>
          </ac:spMkLst>
        </pc:spChg>
        <pc:spChg chg="add mod">
          <ac:chgData name="Wolf, Caitlyn M. Dr. (Fed)" userId="1efb2915-f65f-418e-9150-ae19f874d473" providerId="ADAL" clId="{858117A0-D107-4B1E-BAE9-7F9D1B60BE8A}" dt="2025-10-31T16:03:42.072" v="3633" actId="1076"/>
          <ac:spMkLst>
            <pc:docMk/>
            <pc:sldMk cId="2218291101" sldId="267"/>
            <ac:spMk id="5" creationId="{AFCEFC37-BD73-7B1E-5A17-E9C606ACC473}"/>
          </ac:spMkLst>
        </pc:spChg>
        <pc:spChg chg="add mod">
          <ac:chgData name="Wolf, Caitlyn M. Dr. (Fed)" userId="1efb2915-f65f-418e-9150-ae19f874d473" providerId="ADAL" clId="{858117A0-D107-4B1E-BAE9-7F9D1B60BE8A}" dt="2025-10-31T16:03:05.502" v="3565" actId="1076"/>
          <ac:spMkLst>
            <pc:docMk/>
            <pc:sldMk cId="2218291101" sldId="267"/>
            <ac:spMk id="6" creationId="{68BB7372-B9C8-A742-EA32-950D09A5F5B8}"/>
          </ac:spMkLst>
        </pc:spChg>
        <pc:spChg chg="add mod">
          <ac:chgData name="Wolf, Caitlyn M. Dr. (Fed)" userId="1efb2915-f65f-418e-9150-ae19f874d473" providerId="ADAL" clId="{858117A0-D107-4B1E-BAE9-7F9D1B60BE8A}" dt="2025-10-31T16:05:00.952" v="3722" actId="1076"/>
          <ac:spMkLst>
            <pc:docMk/>
            <pc:sldMk cId="2218291101" sldId="267"/>
            <ac:spMk id="7" creationId="{0357E1DC-758F-E11C-904D-6535F9AD9DE0}"/>
          </ac:spMkLst>
        </pc:spChg>
        <pc:spChg chg="add mod">
          <ac:chgData name="Wolf, Caitlyn M. Dr. (Fed)" userId="1efb2915-f65f-418e-9150-ae19f874d473" providerId="ADAL" clId="{858117A0-D107-4B1E-BAE9-7F9D1B60BE8A}" dt="2025-10-31T16:04:30.136" v="3699" actId="1076"/>
          <ac:spMkLst>
            <pc:docMk/>
            <pc:sldMk cId="2218291101" sldId="267"/>
            <ac:spMk id="8" creationId="{1D9051B1-3D46-E990-C3C1-0D752CBDAC18}"/>
          </ac:spMkLst>
        </pc:spChg>
        <pc:spChg chg="add mod">
          <ac:chgData name="Wolf, Caitlyn M. Dr. (Fed)" userId="1efb2915-f65f-418e-9150-ae19f874d473" providerId="ADAL" clId="{858117A0-D107-4B1E-BAE9-7F9D1B60BE8A}" dt="2025-10-31T16:05:32.766" v="3733" actId="1076"/>
          <ac:spMkLst>
            <pc:docMk/>
            <pc:sldMk cId="2218291101" sldId="267"/>
            <ac:spMk id="9" creationId="{99B7F02E-E06C-2D7C-EDFF-C1DF1167B7BE}"/>
          </ac:spMkLst>
        </pc:spChg>
        <pc:spChg chg="add mod">
          <ac:chgData name="Wolf, Caitlyn M. Dr. (Fed)" userId="1efb2915-f65f-418e-9150-ae19f874d473" providerId="ADAL" clId="{858117A0-D107-4B1E-BAE9-7F9D1B60BE8A}" dt="2025-10-31T16:05:57.962" v="3769" actId="1076"/>
          <ac:spMkLst>
            <pc:docMk/>
            <pc:sldMk cId="2218291101" sldId="267"/>
            <ac:spMk id="10" creationId="{44506AC5-EC6B-D03A-46E0-07A0595636BA}"/>
          </ac:spMkLst>
        </pc:spChg>
        <pc:spChg chg="add mod">
          <ac:chgData name="Wolf, Caitlyn M. Dr. (Fed)" userId="1efb2915-f65f-418e-9150-ae19f874d473" providerId="ADAL" clId="{858117A0-D107-4B1E-BAE9-7F9D1B60BE8A}" dt="2025-10-31T16:06:41.394" v="3806" actId="1076"/>
          <ac:spMkLst>
            <pc:docMk/>
            <pc:sldMk cId="2218291101" sldId="267"/>
            <ac:spMk id="11" creationId="{6F390F48-B8B6-A09C-ED54-9407EDCC8938}"/>
          </ac:spMkLst>
        </pc:spChg>
        <pc:spChg chg="add mod">
          <ac:chgData name="Wolf, Caitlyn M. Dr. (Fed)" userId="1efb2915-f65f-418e-9150-ae19f874d473" providerId="ADAL" clId="{858117A0-D107-4B1E-BAE9-7F9D1B60BE8A}" dt="2025-10-31T16:08:23.416" v="3951" actId="1076"/>
          <ac:spMkLst>
            <pc:docMk/>
            <pc:sldMk cId="2218291101" sldId="267"/>
            <ac:spMk id="12" creationId="{11555F24-DB4A-1C7E-7BB5-FFF4DE576FBF}"/>
          </ac:spMkLst>
        </pc:spChg>
        <pc:spChg chg="add del mod">
          <ac:chgData name="Wolf, Caitlyn M. Dr. (Fed)" userId="1efb2915-f65f-418e-9150-ae19f874d473" providerId="ADAL" clId="{858117A0-D107-4B1E-BAE9-7F9D1B60BE8A}" dt="2025-10-31T16:09:15.335" v="3989" actId="478"/>
          <ac:spMkLst>
            <pc:docMk/>
            <pc:sldMk cId="2218291101" sldId="267"/>
            <ac:spMk id="13" creationId="{368B607B-6D9F-2997-DF02-BAEA741B26CB}"/>
          </ac:spMkLst>
        </pc:spChg>
        <pc:spChg chg="add mod">
          <ac:chgData name="Wolf, Caitlyn M. Dr. (Fed)" userId="1efb2915-f65f-418e-9150-ae19f874d473" providerId="ADAL" clId="{858117A0-D107-4B1E-BAE9-7F9D1B60BE8A}" dt="2025-10-31T16:09:03.182" v="3986" actId="20577"/>
          <ac:spMkLst>
            <pc:docMk/>
            <pc:sldMk cId="2218291101" sldId="267"/>
            <ac:spMk id="14" creationId="{34B9E0DF-3E9F-9C90-0126-5E52BFE1702C}"/>
          </ac:spMkLst>
        </pc:spChg>
        <pc:spChg chg="add mod">
          <ac:chgData name="Wolf, Caitlyn M. Dr. (Fed)" userId="1efb2915-f65f-418e-9150-ae19f874d473" providerId="ADAL" clId="{858117A0-D107-4B1E-BAE9-7F9D1B60BE8A}" dt="2025-10-31T16:09:53.600" v="4017" actId="1076"/>
          <ac:spMkLst>
            <pc:docMk/>
            <pc:sldMk cId="2218291101" sldId="267"/>
            <ac:spMk id="15" creationId="{3994DAF7-4B7C-B306-53C2-4B058D967D23}"/>
          </ac:spMkLst>
        </pc:spChg>
        <pc:spChg chg="add del mod">
          <ac:chgData name="Wolf, Caitlyn M. Dr. (Fed)" userId="1efb2915-f65f-418e-9150-ae19f874d473" providerId="ADAL" clId="{858117A0-D107-4B1E-BAE9-7F9D1B60BE8A}" dt="2025-10-31T16:09:25.064" v="3993" actId="478"/>
          <ac:spMkLst>
            <pc:docMk/>
            <pc:sldMk cId="2218291101" sldId="267"/>
            <ac:spMk id="16" creationId="{11562E32-B44B-0BFC-E66F-0E43EC3AC361}"/>
          </ac:spMkLst>
        </pc:spChg>
        <pc:spChg chg="add mod">
          <ac:chgData name="Wolf, Caitlyn M. Dr. (Fed)" userId="1efb2915-f65f-418e-9150-ae19f874d473" providerId="ADAL" clId="{858117A0-D107-4B1E-BAE9-7F9D1B60BE8A}" dt="2025-10-31T16:12:00.954" v="4050" actId="1076"/>
          <ac:spMkLst>
            <pc:docMk/>
            <pc:sldMk cId="2218291101" sldId="267"/>
            <ac:spMk id="17" creationId="{21DA429B-6884-C98D-D9A8-86035E8244BD}"/>
          </ac:spMkLst>
        </pc:spChg>
        <pc:spChg chg="add mod">
          <ac:chgData name="Wolf, Caitlyn M. Dr. (Fed)" userId="1efb2915-f65f-418e-9150-ae19f874d473" providerId="ADAL" clId="{858117A0-D107-4B1E-BAE9-7F9D1B60BE8A}" dt="2025-10-31T16:12:10.233" v="4055" actId="20577"/>
          <ac:spMkLst>
            <pc:docMk/>
            <pc:sldMk cId="2218291101" sldId="267"/>
            <ac:spMk id="18" creationId="{B2F596E5-70FA-CE77-DC91-526085BA5585}"/>
          </ac:spMkLst>
        </pc:spChg>
        <pc:spChg chg="add mod">
          <ac:chgData name="Wolf, Caitlyn M. Dr. (Fed)" userId="1efb2915-f65f-418e-9150-ae19f874d473" providerId="ADAL" clId="{858117A0-D107-4B1E-BAE9-7F9D1B60BE8A}" dt="2025-10-31T16:12:21.537" v="4059" actId="1076"/>
          <ac:spMkLst>
            <pc:docMk/>
            <pc:sldMk cId="2218291101" sldId="267"/>
            <ac:spMk id="19" creationId="{6DC65BDF-7C96-575C-5A26-C03003208128}"/>
          </ac:spMkLst>
        </pc:spChg>
      </pc:sldChg>
      <pc:sldChg chg="addSp delSp modSp add mod">
        <pc:chgData name="Wolf, Caitlyn M. Dr. (Fed)" userId="1efb2915-f65f-418e-9150-ae19f874d473" providerId="ADAL" clId="{858117A0-D107-4B1E-BAE9-7F9D1B60BE8A}" dt="2025-10-31T16:17:45.688" v="4336" actId="1076"/>
        <pc:sldMkLst>
          <pc:docMk/>
          <pc:sldMk cId="3625707208" sldId="268"/>
        </pc:sldMkLst>
        <pc:spChg chg="mod">
          <ac:chgData name="Wolf, Caitlyn M. Dr. (Fed)" userId="1efb2915-f65f-418e-9150-ae19f874d473" providerId="ADAL" clId="{858117A0-D107-4B1E-BAE9-7F9D1B60BE8A}" dt="2025-10-31T16:12:44.362" v="4070" actId="20577"/>
          <ac:spMkLst>
            <pc:docMk/>
            <pc:sldMk cId="3625707208" sldId="268"/>
            <ac:spMk id="2" creationId="{148702B6-8A1E-F84E-A74E-6552C25B5808}"/>
          </ac:spMkLst>
        </pc:spChg>
        <pc:spChg chg="add mod">
          <ac:chgData name="Wolf, Caitlyn M. Dr. (Fed)" userId="1efb2915-f65f-418e-9150-ae19f874d473" providerId="ADAL" clId="{858117A0-D107-4B1E-BAE9-7F9D1B60BE8A}" dt="2025-10-31T16:13:40.827" v="4119" actId="1076"/>
          <ac:spMkLst>
            <pc:docMk/>
            <pc:sldMk cId="3625707208" sldId="268"/>
            <ac:spMk id="3" creationId="{A6DB18E0-5407-7D5C-E800-96FC240697FD}"/>
          </ac:spMkLst>
        </pc:spChg>
        <pc:spChg chg="add mod">
          <ac:chgData name="Wolf, Caitlyn M. Dr. (Fed)" userId="1efb2915-f65f-418e-9150-ae19f874d473" providerId="ADAL" clId="{858117A0-D107-4B1E-BAE9-7F9D1B60BE8A}" dt="2025-10-31T16:14:14.984" v="4137" actId="1076"/>
          <ac:spMkLst>
            <pc:docMk/>
            <pc:sldMk cId="3625707208" sldId="268"/>
            <ac:spMk id="4" creationId="{A9DFD4B9-FA3D-8ABB-E0E5-A2D0DC491DA3}"/>
          </ac:spMkLst>
        </pc:spChg>
        <pc:spChg chg="mod">
          <ac:chgData name="Wolf, Caitlyn M. Dr. (Fed)" userId="1efb2915-f65f-418e-9150-ae19f874d473" providerId="ADAL" clId="{858117A0-D107-4B1E-BAE9-7F9D1B60BE8A}" dt="2025-10-31T16:13:01.545" v="4093" actId="20577"/>
          <ac:spMkLst>
            <pc:docMk/>
            <pc:sldMk cId="3625707208" sldId="268"/>
            <ac:spMk id="5" creationId="{4784521E-3E32-8EE7-4EB4-4CDCC6C92231}"/>
          </ac:spMkLst>
        </pc:spChg>
        <pc:spChg chg="del">
          <ac:chgData name="Wolf, Caitlyn M. Dr. (Fed)" userId="1efb2915-f65f-418e-9150-ae19f874d473" providerId="ADAL" clId="{858117A0-D107-4B1E-BAE9-7F9D1B60BE8A}" dt="2025-10-31T16:13:06.602" v="4094" actId="478"/>
          <ac:spMkLst>
            <pc:docMk/>
            <pc:sldMk cId="3625707208" sldId="268"/>
            <ac:spMk id="7" creationId="{807158D5-F052-4F8D-D41B-8FD2EF305E0E}"/>
          </ac:spMkLst>
        </pc:spChg>
        <pc:spChg chg="del">
          <ac:chgData name="Wolf, Caitlyn M. Dr. (Fed)" userId="1efb2915-f65f-418e-9150-ae19f874d473" providerId="ADAL" clId="{858117A0-D107-4B1E-BAE9-7F9D1B60BE8A}" dt="2025-10-31T16:13:06.602" v="4094" actId="478"/>
          <ac:spMkLst>
            <pc:docMk/>
            <pc:sldMk cId="3625707208" sldId="268"/>
            <ac:spMk id="9" creationId="{09747D50-772C-0B57-6604-3B97F73D5A58}"/>
          </ac:spMkLst>
        </pc:spChg>
        <pc:spChg chg="del">
          <ac:chgData name="Wolf, Caitlyn M. Dr. (Fed)" userId="1efb2915-f65f-418e-9150-ae19f874d473" providerId="ADAL" clId="{858117A0-D107-4B1E-BAE9-7F9D1B60BE8A}" dt="2025-10-31T16:13:11.533" v="4095" actId="478"/>
          <ac:spMkLst>
            <pc:docMk/>
            <pc:sldMk cId="3625707208" sldId="268"/>
            <ac:spMk id="11" creationId="{F5AF958C-AA8F-F0D8-7828-9D7695E5B906}"/>
          </ac:spMkLst>
        </pc:spChg>
        <pc:spChg chg="mod">
          <ac:chgData name="Wolf, Caitlyn M. Dr. (Fed)" userId="1efb2915-f65f-418e-9150-ae19f874d473" providerId="ADAL" clId="{858117A0-D107-4B1E-BAE9-7F9D1B60BE8A}" dt="2025-10-31T16:16:56.799" v="4275" actId="20577"/>
          <ac:spMkLst>
            <pc:docMk/>
            <pc:sldMk cId="3625707208" sldId="268"/>
            <ac:spMk id="12" creationId="{BA2DE5E4-23FC-04EA-B9F6-12B9A39A8890}"/>
          </ac:spMkLst>
        </pc:spChg>
        <pc:spChg chg="add mod">
          <ac:chgData name="Wolf, Caitlyn M. Dr. (Fed)" userId="1efb2915-f65f-418e-9150-ae19f874d473" providerId="ADAL" clId="{858117A0-D107-4B1E-BAE9-7F9D1B60BE8A}" dt="2025-10-31T16:15:03.220" v="4182" actId="1076"/>
          <ac:spMkLst>
            <pc:docMk/>
            <pc:sldMk cId="3625707208" sldId="268"/>
            <ac:spMk id="13" creationId="{6E872609-F263-388D-3751-0E63E8EE4FA9}"/>
          </ac:spMkLst>
        </pc:spChg>
        <pc:spChg chg="del">
          <ac:chgData name="Wolf, Caitlyn M. Dr. (Fed)" userId="1efb2915-f65f-418e-9150-ae19f874d473" providerId="ADAL" clId="{858117A0-D107-4B1E-BAE9-7F9D1B60BE8A}" dt="2025-10-31T16:13:11.533" v="4095" actId="478"/>
          <ac:spMkLst>
            <pc:docMk/>
            <pc:sldMk cId="3625707208" sldId="268"/>
            <ac:spMk id="14" creationId="{06A1B346-4010-7F6E-B27A-AC770EE1265B}"/>
          </ac:spMkLst>
        </pc:spChg>
        <pc:spChg chg="del">
          <ac:chgData name="Wolf, Caitlyn M. Dr. (Fed)" userId="1efb2915-f65f-418e-9150-ae19f874d473" providerId="ADAL" clId="{858117A0-D107-4B1E-BAE9-7F9D1B60BE8A}" dt="2025-10-31T16:13:11.533" v="4095" actId="478"/>
          <ac:spMkLst>
            <pc:docMk/>
            <pc:sldMk cId="3625707208" sldId="268"/>
            <ac:spMk id="15" creationId="{2CD8C3FD-990E-02DF-48F6-2D0965B7918B}"/>
          </ac:spMkLst>
        </pc:spChg>
        <pc:spChg chg="add mod">
          <ac:chgData name="Wolf, Caitlyn M. Dr. (Fed)" userId="1efb2915-f65f-418e-9150-ae19f874d473" providerId="ADAL" clId="{858117A0-D107-4B1E-BAE9-7F9D1B60BE8A}" dt="2025-10-31T16:15:31.205" v="4217" actId="20577"/>
          <ac:spMkLst>
            <pc:docMk/>
            <pc:sldMk cId="3625707208" sldId="268"/>
            <ac:spMk id="16" creationId="{27332409-ECDC-1AE4-8296-58B9FBD2889D}"/>
          </ac:spMkLst>
        </pc:spChg>
        <pc:spChg chg="del">
          <ac:chgData name="Wolf, Caitlyn M. Dr. (Fed)" userId="1efb2915-f65f-418e-9150-ae19f874d473" providerId="ADAL" clId="{858117A0-D107-4B1E-BAE9-7F9D1B60BE8A}" dt="2025-10-31T16:13:11.533" v="4095" actId="478"/>
          <ac:spMkLst>
            <pc:docMk/>
            <pc:sldMk cId="3625707208" sldId="268"/>
            <ac:spMk id="17" creationId="{2B90D0BB-3467-3295-5494-0E0C6BA0DF89}"/>
          </ac:spMkLst>
        </pc:spChg>
        <pc:spChg chg="del">
          <ac:chgData name="Wolf, Caitlyn M. Dr. (Fed)" userId="1efb2915-f65f-418e-9150-ae19f874d473" providerId="ADAL" clId="{858117A0-D107-4B1E-BAE9-7F9D1B60BE8A}" dt="2025-10-31T16:13:13.708" v="4096" actId="478"/>
          <ac:spMkLst>
            <pc:docMk/>
            <pc:sldMk cId="3625707208" sldId="268"/>
            <ac:spMk id="18" creationId="{7A475F87-865C-EB64-5AFC-72FE3312EA89}"/>
          </ac:spMkLst>
        </pc:spChg>
        <pc:spChg chg="del">
          <ac:chgData name="Wolf, Caitlyn M. Dr. (Fed)" userId="1efb2915-f65f-418e-9150-ae19f874d473" providerId="ADAL" clId="{858117A0-D107-4B1E-BAE9-7F9D1B60BE8A}" dt="2025-10-31T16:13:11.533" v="4095" actId="478"/>
          <ac:spMkLst>
            <pc:docMk/>
            <pc:sldMk cId="3625707208" sldId="268"/>
            <ac:spMk id="19" creationId="{CF2A0690-4C3B-7789-6437-1C0545D04647}"/>
          </ac:spMkLst>
        </pc:spChg>
        <pc:spChg chg="add mod">
          <ac:chgData name="Wolf, Caitlyn M. Dr. (Fed)" userId="1efb2915-f65f-418e-9150-ae19f874d473" providerId="ADAL" clId="{858117A0-D107-4B1E-BAE9-7F9D1B60BE8A}" dt="2025-10-31T16:15:35.698" v="4219" actId="1076"/>
          <ac:spMkLst>
            <pc:docMk/>
            <pc:sldMk cId="3625707208" sldId="268"/>
            <ac:spMk id="20" creationId="{08FF4FA2-295D-2AD4-E5B4-F68254D86609}"/>
          </ac:spMkLst>
        </pc:spChg>
        <pc:spChg chg="add mod">
          <ac:chgData name="Wolf, Caitlyn M. Dr. (Fed)" userId="1efb2915-f65f-418e-9150-ae19f874d473" providerId="ADAL" clId="{858117A0-D107-4B1E-BAE9-7F9D1B60BE8A}" dt="2025-10-31T16:17:15.952" v="4300" actId="1076"/>
          <ac:spMkLst>
            <pc:docMk/>
            <pc:sldMk cId="3625707208" sldId="268"/>
            <ac:spMk id="21" creationId="{E1E99132-601F-A7E7-87CA-70AC6E7258B8}"/>
          </ac:spMkLst>
        </pc:spChg>
        <pc:spChg chg="add mod">
          <ac:chgData name="Wolf, Caitlyn M. Dr. (Fed)" userId="1efb2915-f65f-418e-9150-ae19f874d473" providerId="ADAL" clId="{858117A0-D107-4B1E-BAE9-7F9D1B60BE8A}" dt="2025-10-31T16:17:31.763" v="4327" actId="20577"/>
          <ac:spMkLst>
            <pc:docMk/>
            <pc:sldMk cId="3625707208" sldId="268"/>
            <ac:spMk id="22" creationId="{4C66933B-522D-46B5-9112-3F84AB0D5686}"/>
          </ac:spMkLst>
        </pc:spChg>
        <pc:spChg chg="add mod">
          <ac:chgData name="Wolf, Caitlyn M. Dr. (Fed)" userId="1efb2915-f65f-418e-9150-ae19f874d473" providerId="ADAL" clId="{858117A0-D107-4B1E-BAE9-7F9D1B60BE8A}" dt="2025-10-31T16:17:38.970" v="4332" actId="20577"/>
          <ac:spMkLst>
            <pc:docMk/>
            <pc:sldMk cId="3625707208" sldId="268"/>
            <ac:spMk id="23" creationId="{121BE9CD-98D4-FEA5-8BC5-71F963C2B582}"/>
          </ac:spMkLst>
        </pc:spChg>
        <pc:spChg chg="add mod">
          <ac:chgData name="Wolf, Caitlyn M. Dr. (Fed)" userId="1efb2915-f65f-418e-9150-ae19f874d473" providerId="ADAL" clId="{858117A0-D107-4B1E-BAE9-7F9D1B60BE8A}" dt="2025-10-31T16:17:45.688" v="4336" actId="1076"/>
          <ac:spMkLst>
            <pc:docMk/>
            <pc:sldMk cId="3625707208" sldId="268"/>
            <ac:spMk id="24" creationId="{2139864E-E3C9-2127-37B4-3F785BC3FDF6}"/>
          </ac:spMkLst>
        </pc:spChg>
      </pc:sldChg>
      <pc:sldChg chg="addSp delSp modSp new del mod">
        <pc:chgData name="Wolf, Caitlyn M. Dr. (Fed)" userId="1efb2915-f65f-418e-9150-ae19f874d473" providerId="ADAL" clId="{858117A0-D107-4B1E-BAE9-7F9D1B60BE8A}" dt="2025-10-31T19:53:32.890" v="4372" actId="47"/>
        <pc:sldMkLst>
          <pc:docMk/>
          <pc:sldMk cId="3732563784" sldId="269"/>
        </pc:sldMkLst>
        <pc:spChg chg="del">
          <ac:chgData name="Wolf, Caitlyn M. Dr. (Fed)" userId="1efb2915-f65f-418e-9150-ae19f874d473" providerId="ADAL" clId="{858117A0-D107-4B1E-BAE9-7F9D1B60BE8A}" dt="2025-10-31T19:49:15.975" v="4348" actId="478"/>
          <ac:spMkLst>
            <pc:docMk/>
            <pc:sldMk cId="3732563784" sldId="269"/>
            <ac:spMk id="2" creationId="{7938C489-E7D8-8ACE-DAEB-9EC3B1D672EF}"/>
          </ac:spMkLst>
        </pc:spChg>
        <pc:spChg chg="del">
          <ac:chgData name="Wolf, Caitlyn M. Dr. (Fed)" userId="1efb2915-f65f-418e-9150-ae19f874d473" providerId="ADAL" clId="{858117A0-D107-4B1E-BAE9-7F9D1B60BE8A}" dt="2025-10-31T19:49:01.041" v="4338"/>
          <ac:spMkLst>
            <pc:docMk/>
            <pc:sldMk cId="3732563784" sldId="269"/>
            <ac:spMk id="3" creationId="{B8E421BD-6A2E-1D7D-4CD9-60207DCFE378}"/>
          </ac:spMkLst>
        </pc:spChg>
        <pc:spChg chg="add del mod">
          <ac:chgData name="Wolf, Caitlyn M. Dr. (Fed)" userId="1efb2915-f65f-418e-9150-ae19f874d473" providerId="ADAL" clId="{858117A0-D107-4B1E-BAE9-7F9D1B60BE8A}" dt="2025-10-31T19:49:15.975" v="4348" actId="478"/>
          <ac:spMkLst>
            <pc:docMk/>
            <pc:sldMk cId="3732563784" sldId="269"/>
            <ac:spMk id="9" creationId="{84982A5D-D14B-5A5F-310B-DF3EBDB1B713}"/>
          </ac:spMkLst>
        </pc:spChg>
        <pc:picChg chg="add del mod">
          <ac:chgData name="Wolf, Caitlyn M. Dr. (Fed)" userId="1efb2915-f65f-418e-9150-ae19f874d473" providerId="ADAL" clId="{858117A0-D107-4B1E-BAE9-7F9D1B60BE8A}" dt="2025-10-31T19:49:09.085" v="4346" actId="478"/>
          <ac:picMkLst>
            <pc:docMk/>
            <pc:sldMk cId="3732563784" sldId="269"/>
            <ac:picMk id="5" creationId="{2A3DE736-A31D-00AF-4A11-1A466484A7E7}"/>
          </ac:picMkLst>
        </pc:picChg>
        <pc:picChg chg="add del mod">
          <ac:chgData name="Wolf, Caitlyn M. Dr. (Fed)" userId="1efb2915-f65f-418e-9150-ae19f874d473" providerId="ADAL" clId="{858117A0-D107-4B1E-BAE9-7F9D1B60BE8A}" dt="2025-10-31T19:49:13.558" v="4347" actId="478"/>
          <ac:picMkLst>
            <pc:docMk/>
            <pc:sldMk cId="3732563784" sldId="269"/>
            <ac:picMk id="7" creationId="{9C16B82F-5CA4-B5A0-D8FD-42A0CC3E5CFA}"/>
          </ac:picMkLst>
        </pc:picChg>
        <pc:picChg chg="add mod">
          <ac:chgData name="Wolf, Caitlyn M. Dr. (Fed)" userId="1efb2915-f65f-418e-9150-ae19f874d473" providerId="ADAL" clId="{858117A0-D107-4B1E-BAE9-7F9D1B60BE8A}" dt="2025-10-31T19:50:01.461" v="4361" actId="1076"/>
          <ac:picMkLst>
            <pc:docMk/>
            <pc:sldMk cId="3732563784" sldId="269"/>
            <ac:picMk id="11" creationId="{5CD6A446-E7D9-8978-9383-E04FCC9CBA49}"/>
          </ac:picMkLst>
        </pc:picChg>
        <pc:picChg chg="add mod">
          <ac:chgData name="Wolf, Caitlyn M. Dr. (Fed)" userId="1efb2915-f65f-418e-9150-ae19f874d473" providerId="ADAL" clId="{858117A0-D107-4B1E-BAE9-7F9D1B60BE8A}" dt="2025-10-31T19:50:01.461" v="4361" actId="1076"/>
          <ac:picMkLst>
            <pc:docMk/>
            <pc:sldMk cId="3732563784" sldId="269"/>
            <ac:picMk id="13" creationId="{7B55D32E-73F9-5E78-777B-905B6F58DCEB}"/>
          </ac:picMkLst>
        </pc:picChg>
      </pc:sldChg>
      <pc:sldChg chg="addSp modSp new mod">
        <pc:chgData name="Wolf, Caitlyn M. Dr. (Fed)" userId="1efb2915-f65f-418e-9150-ae19f874d473" providerId="ADAL" clId="{858117A0-D107-4B1E-BAE9-7F9D1B60BE8A}" dt="2025-10-31T20:12:12.038" v="4392" actId="1076"/>
        <pc:sldMkLst>
          <pc:docMk/>
          <pc:sldMk cId="4246543529" sldId="270"/>
        </pc:sldMkLst>
        <pc:picChg chg="add mod">
          <ac:chgData name="Wolf, Caitlyn M. Dr. (Fed)" userId="1efb2915-f65f-418e-9150-ae19f874d473" providerId="ADAL" clId="{858117A0-D107-4B1E-BAE9-7F9D1B60BE8A}" dt="2025-10-31T20:12:11.131" v="4391" actId="1076"/>
          <ac:picMkLst>
            <pc:docMk/>
            <pc:sldMk cId="4246543529" sldId="270"/>
            <ac:picMk id="3" creationId="{BCE19490-81EC-F929-BA91-34EF23000BC0}"/>
          </ac:picMkLst>
        </pc:picChg>
        <pc:picChg chg="add mod">
          <ac:chgData name="Wolf, Caitlyn M. Dr. (Fed)" userId="1efb2915-f65f-418e-9150-ae19f874d473" providerId="ADAL" clId="{858117A0-D107-4B1E-BAE9-7F9D1B60BE8A}" dt="2025-10-31T20:12:12.038" v="4392" actId="1076"/>
          <ac:picMkLst>
            <pc:docMk/>
            <pc:sldMk cId="4246543529" sldId="270"/>
            <ac:picMk id="5" creationId="{7D03FA95-6195-784C-E75A-C3BA45FDEAC6}"/>
          </ac:picMkLst>
        </pc:picChg>
      </pc:sldChg>
      <pc:sldChg chg="addSp modSp new mod">
        <pc:chgData name="Wolf, Caitlyn M. Dr. (Fed)" userId="1efb2915-f65f-418e-9150-ae19f874d473" providerId="ADAL" clId="{858117A0-D107-4B1E-BAE9-7F9D1B60BE8A}" dt="2025-10-31T20:13:12.594" v="4394" actId="1076"/>
        <pc:sldMkLst>
          <pc:docMk/>
          <pc:sldMk cId="1983054103" sldId="271"/>
        </pc:sldMkLst>
        <pc:picChg chg="add mod">
          <ac:chgData name="Wolf, Caitlyn M. Dr. (Fed)" userId="1efb2915-f65f-418e-9150-ae19f874d473" providerId="ADAL" clId="{858117A0-D107-4B1E-BAE9-7F9D1B60BE8A}" dt="2025-10-31T20:13:11.265" v="4393" actId="1076"/>
          <ac:picMkLst>
            <pc:docMk/>
            <pc:sldMk cId="1983054103" sldId="271"/>
            <ac:picMk id="3" creationId="{64C50710-AE9D-636D-91E0-0E07EB2116C3}"/>
          </ac:picMkLst>
        </pc:picChg>
        <pc:picChg chg="add mod">
          <ac:chgData name="Wolf, Caitlyn M. Dr. (Fed)" userId="1efb2915-f65f-418e-9150-ae19f874d473" providerId="ADAL" clId="{858117A0-D107-4B1E-BAE9-7F9D1B60BE8A}" dt="2025-10-31T20:13:12.594" v="4394" actId="1076"/>
          <ac:picMkLst>
            <pc:docMk/>
            <pc:sldMk cId="1983054103" sldId="271"/>
            <ac:picMk id="5" creationId="{9F949333-D04B-78C6-CEB1-4D45E529B5CD}"/>
          </ac:picMkLst>
        </pc:picChg>
      </pc:sldChg>
      <pc:sldChg chg="addSp modSp new mod">
        <pc:chgData name="Wolf, Caitlyn M. Dr. (Fed)" userId="1efb2915-f65f-418e-9150-ae19f874d473" providerId="ADAL" clId="{858117A0-D107-4B1E-BAE9-7F9D1B60BE8A}" dt="2025-10-31T20:13:42.291" v="4396" actId="1076"/>
        <pc:sldMkLst>
          <pc:docMk/>
          <pc:sldMk cId="2716745908" sldId="272"/>
        </pc:sldMkLst>
        <pc:picChg chg="add mod">
          <ac:chgData name="Wolf, Caitlyn M. Dr. (Fed)" userId="1efb2915-f65f-418e-9150-ae19f874d473" providerId="ADAL" clId="{858117A0-D107-4B1E-BAE9-7F9D1B60BE8A}" dt="2025-10-31T20:13:41.518" v="4395" actId="1076"/>
          <ac:picMkLst>
            <pc:docMk/>
            <pc:sldMk cId="2716745908" sldId="272"/>
            <ac:picMk id="3" creationId="{C720F073-8B76-B847-C244-15F08B6656A8}"/>
          </ac:picMkLst>
        </pc:picChg>
        <pc:picChg chg="add mod">
          <ac:chgData name="Wolf, Caitlyn M. Dr. (Fed)" userId="1efb2915-f65f-418e-9150-ae19f874d473" providerId="ADAL" clId="{858117A0-D107-4B1E-BAE9-7F9D1B60BE8A}" dt="2025-10-31T20:13:42.291" v="4396" actId="1076"/>
          <ac:picMkLst>
            <pc:docMk/>
            <pc:sldMk cId="2716745908" sldId="272"/>
            <ac:picMk id="5" creationId="{9399A8FB-B374-5E6C-D24C-F1B902382E6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44C8B-23C8-5326-363E-E19B33302E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2A755D-4337-0B60-13BC-4947D56622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284C4F-FCDD-72A8-0C8D-280C7B9ED6B6}"/>
              </a:ext>
            </a:extLst>
          </p:cNvPr>
          <p:cNvSpPr>
            <a:spLocks noGrp="1"/>
          </p:cNvSpPr>
          <p:nvPr>
            <p:ph type="dt" sz="half" idx="10"/>
          </p:nvPr>
        </p:nvSpPr>
        <p:spPr/>
        <p:txBody>
          <a:bodyPr/>
          <a:lstStyle/>
          <a:p>
            <a:fld id="{20631B99-F4F7-4BC5-ADC9-05E43E2389A9}" type="datetimeFigureOut">
              <a:rPr lang="en-US" smtClean="0"/>
              <a:t>10/31/2025</a:t>
            </a:fld>
            <a:endParaRPr lang="en-US"/>
          </a:p>
        </p:txBody>
      </p:sp>
      <p:sp>
        <p:nvSpPr>
          <p:cNvPr id="5" name="Footer Placeholder 4">
            <a:extLst>
              <a:ext uri="{FF2B5EF4-FFF2-40B4-BE49-F238E27FC236}">
                <a16:creationId xmlns:a16="http://schemas.microsoft.com/office/drawing/2014/main" id="{4DFE6892-3BB8-3B8B-87BA-028443FE47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03E153-F211-7107-EF94-D3EE1140BCBB}"/>
              </a:ext>
            </a:extLst>
          </p:cNvPr>
          <p:cNvSpPr>
            <a:spLocks noGrp="1"/>
          </p:cNvSpPr>
          <p:nvPr>
            <p:ph type="sldNum" sz="quarter" idx="12"/>
          </p:nvPr>
        </p:nvSpPr>
        <p:spPr/>
        <p:txBody>
          <a:bodyPr/>
          <a:lstStyle/>
          <a:p>
            <a:fld id="{1F4D6244-8B4E-4184-A0FC-F9D953F9020C}" type="slidenum">
              <a:rPr lang="en-US" smtClean="0"/>
              <a:t>‹#›</a:t>
            </a:fld>
            <a:endParaRPr lang="en-US"/>
          </a:p>
        </p:txBody>
      </p:sp>
    </p:spTree>
    <p:extLst>
      <p:ext uri="{BB962C8B-B14F-4D97-AF65-F5344CB8AC3E}">
        <p14:creationId xmlns:p14="http://schemas.microsoft.com/office/powerpoint/2010/main" val="2826341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23BF2-EAEE-B953-128C-2F2BDC61028F}"/>
              </a:ext>
            </a:extLst>
          </p:cNvPr>
          <p:cNvSpPr>
            <a:spLocks noGrp="1"/>
          </p:cNvSpPr>
          <p:nvPr>
            <p:ph type="title"/>
          </p:nvPr>
        </p:nvSpPr>
        <p:spPr>
          <a:xfrm>
            <a:off x="221885" y="136525"/>
            <a:ext cx="11770047"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3300D04-69D6-A964-5976-FB96B6D3D65B}"/>
              </a:ext>
            </a:extLst>
          </p:cNvPr>
          <p:cNvSpPr>
            <a:spLocks noGrp="1"/>
          </p:cNvSpPr>
          <p:nvPr>
            <p:ph idx="1"/>
          </p:nvPr>
        </p:nvSpPr>
        <p:spPr>
          <a:xfrm>
            <a:off x="221885" y="1579905"/>
            <a:ext cx="11770046" cy="45872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268A70-328A-A697-6EF8-39EC05C61192}"/>
              </a:ext>
            </a:extLst>
          </p:cNvPr>
          <p:cNvSpPr>
            <a:spLocks noGrp="1"/>
          </p:cNvSpPr>
          <p:nvPr>
            <p:ph type="dt" sz="half" idx="10"/>
          </p:nvPr>
        </p:nvSpPr>
        <p:spPr>
          <a:xfrm>
            <a:off x="221885" y="6356349"/>
            <a:ext cx="2743200" cy="365125"/>
          </a:xfrm>
        </p:spPr>
        <p:txBody>
          <a:bodyPr/>
          <a:lstStyle/>
          <a:p>
            <a:fld id="{20631B99-F4F7-4BC5-ADC9-05E43E2389A9}" type="datetimeFigureOut">
              <a:rPr lang="en-US" smtClean="0"/>
              <a:t>10/31/2025</a:t>
            </a:fld>
            <a:endParaRPr lang="en-US"/>
          </a:p>
        </p:txBody>
      </p:sp>
      <p:sp>
        <p:nvSpPr>
          <p:cNvPr id="5" name="Footer Placeholder 4">
            <a:extLst>
              <a:ext uri="{FF2B5EF4-FFF2-40B4-BE49-F238E27FC236}">
                <a16:creationId xmlns:a16="http://schemas.microsoft.com/office/drawing/2014/main" id="{5EAFF6BC-ABA3-91DB-5C2C-8165220E8EF3}"/>
              </a:ext>
            </a:extLst>
          </p:cNvPr>
          <p:cNvSpPr>
            <a:spLocks noGrp="1"/>
          </p:cNvSpPr>
          <p:nvPr>
            <p:ph type="ftr" sz="quarter" idx="11"/>
          </p:nvPr>
        </p:nvSpPr>
        <p:spPr>
          <a:xfrm>
            <a:off x="3093653" y="6356350"/>
            <a:ext cx="6026178" cy="365125"/>
          </a:xfrm>
        </p:spPr>
        <p:txBody>
          <a:bodyPr/>
          <a:lstStyle/>
          <a:p>
            <a:endParaRPr lang="en-US" dirty="0"/>
          </a:p>
        </p:txBody>
      </p:sp>
      <p:sp>
        <p:nvSpPr>
          <p:cNvPr id="6" name="Slide Number Placeholder 5">
            <a:extLst>
              <a:ext uri="{FF2B5EF4-FFF2-40B4-BE49-F238E27FC236}">
                <a16:creationId xmlns:a16="http://schemas.microsoft.com/office/drawing/2014/main" id="{54AAC0FF-DF93-47C2-7B04-BF3AA6FD1A92}"/>
              </a:ext>
            </a:extLst>
          </p:cNvPr>
          <p:cNvSpPr>
            <a:spLocks noGrp="1"/>
          </p:cNvSpPr>
          <p:nvPr>
            <p:ph type="sldNum" sz="quarter" idx="12"/>
          </p:nvPr>
        </p:nvSpPr>
        <p:spPr>
          <a:xfrm>
            <a:off x="9248731" y="6356349"/>
            <a:ext cx="2743200" cy="365125"/>
          </a:xfrm>
        </p:spPr>
        <p:txBody>
          <a:bodyPr/>
          <a:lstStyle/>
          <a:p>
            <a:fld id="{1F4D6244-8B4E-4184-A0FC-F9D953F9020C}" type="slidenum">
              <a:rPr lang="en-US" smtClean="0"/>
              <a:t>‹#›</a:t>
            </a:fld>
            <a:endParaRPr lang="en-US"/>
          </a:p>
        </p:txBody>
      </p:sp>
    </p:spTree>
    <p:extLst>
      <p:ext uri="{BB962C8B-B14F-4D97-AF65-F5344CB8AC3E}">
        <p14:creationId xmlns:p14="http://schemas.microsoft.com/office/powerpoint/2010/main" val="1175332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15F32-AABB-3A9E-2A05-219A84A85C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68DB22-F63F-EF11-F12E-03AA69A4109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E8861D-6697-7C21-EFB5-2B8EC62D392D}"/>
              </a:ext>
            </a:extLst>
          </p:cNvPr>
          <p:cNvSpPr>
            <a:spLocks noGrp="1"/>
          </p:cNvSpPr>
          <p:nvPr>
            <p:ph type="dt" sz="half" idx="10"/>
          </p:nvPr>
        </p:nvSpPr>
        <p:spPr/>
        <p:txBody>
          <a:bodyPr/>
          <a:lstStyle/>
          <a:p>
            <a:fld id="{20631B99-F4F7-4BC5-ADC9-05E43E2389A9}" type="datetimeFigureOut">
              <a:rPr lang="en-US" smtClean="0"/>
              <a:t>10/31/2025</a:t>
            </a:fld>
            <a:endParaRPr lang="en-US"/>
          </a:p>
        </p:txBody>
      </p:sp>
      <p:sp>
        <p:nvSpPr>
          <p:cNvPr id="5" name="Footer Placeholder 4">
            <a:extLst>
              <a:ext uri="{FF2B5EF4-FFF2-40B4-BE49-F238E27FC236}">
                <a16:creationId xmlns:a16="http://schemas.microsoft.com/office/drawing/2014/main" id="{9248B0C8-402D-7687-8622-C96F7A231A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DC1293-658A-9CB2-69C6-E92D49573482}"/>
              </a:ext>
            </a:extLst>
          </p:cNvPr>
          <p:cNvSpPr>
            <a:spLocks noGrp="1"/>
          </p:cNvSpPr>
          <p:nvPr>
            <p:ph type="sldNum" sz="quarter" idx="12"/>
          </p:nvPr>
        </p:nvSpPr>
        <p:spPr/>
        <p:txBody>
          <a:bodyPr/>
          <a:lstStyle/>
          <a:p>
            <a:fld id="{1F4D6244-8B4E-4184-A0FC-F9D953F9020C}" type="slidenum">
              <a:rPr lang="en-US" smtClean="0"/>
              <a:t>‹#›</a:t>
            </a:fld>
            <a:endParaRPr lang="en-US"/>
          </a:p>
        </p:txBody>
      </p:sp>
    </p:spTree>
    <p:extLst>
      <p:ext uri="{BB962C8B-B14F-4D97-AF65-F5344CB8AC3E}">
        <p14:creationId xmlns:p14="http://schemas.microsoft.com/office/powerpoint/2010/main" val="2337541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6B3DE-8899-3F2D-5507-BC3AF3DAA7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39A774-2706-FDE7-3086-5E10A09C75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75A5B4-A7A6-E715-C038-B1A93A3156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A14C7E-3630-9D6F-DD7D-0951A82BC441}"/>
              </a:ext>
            </a:extLst>
          </p:cNvPr>
          <p:cNvSpPr>
            <a:spLocks noGrp="1"/>
          </p:cNvSpPr>
          <p:nvPr>
            <p:ph type="dt" sz="half" idx="10"/>
          </p:nvPr>
        </p:nvSpPr>
        <p:spPr/>
        <p:txBody>
          <a:bodyPr/>
          <a:lstStyle/>
          <a:p>
            <a:fld id="{20631B99-F4F7-4BC5-ADC9-05E43E2389A9}" type="datetimeFigureOut">
              <a:rPr lang="en-US" smtClean="0"/>
              <a:t>10/31/2025</a:t>
            </a:fld>
            <a:endParaRPr lang="en-US"/>
          </a:p>
        </p:txBody>
      </p:sp>
      <p:sp>
        <p:nvSpPr>
          <p:cNvPr id="6" name="Footer Placeholder 5">
            <a:extLst>
              <a:ext uri="{FF2B5EF4-FFF2-40B4-BE49-F238E27FC236}">
                <a16:creationId xmlns:a16="http://schemas.microsoft.com/office/drawing/2014/main" id="{430395EF-12D2-68B8-02DB-B11DD02195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7D55FF-64B4-20BA-5F51-2DEB4E69F069}"/>
              </a:ext>
            </a:extLst>
          </p:cNvPr>
          <p:cNvSpPr>
            <a:spLocks noGrp="1"/>
          </p:cNvSpPr>
          <p:nvPr>
            <p:ph type="sldNum" sz="quarter" idx="12"/>
          </p:nvPr>
        </p:nvSpPr>
        <p:spPr/>
        <p:txBody>
          <a:bodyPr/>
          <a:lstStyle/>
          <a:p>
            <a:fld id="{1F4D6244-8B4E-4184-A0FC-F9D953F9020C}" type="slidenum">
              <a:rPr lang="en-US" smtClean="0"/>
              <a:t>‹#›</a:t>
            </a:fld>
            <a:endParaRPr lang="en-US"/>
          </a:p>
        </p:txBody>
      </p:sp>
    </p:spTree>
    <p:extLst>
      <p:ext uri="{BB962C8B-B14F-4D97-AF65-F5344CB8AC3E}">
        <p14:creationId xmlns:p14="http://schemas.microsoft.com/office/powerpoint/2010/main" val="2871024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6449E-E0BE-CB79-9C0A-FA5DC2F69E2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D89C74-4248-B680-B0EF-804B9254A5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B875B6-7193-6A54-3697-31197A1DFF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46D89C-3253-13C9-8032-99D013E5A3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AD9B03-4FFB-AA4D-32C4-B5D240FD2D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D3EF182-86EC-55B5-BB91-A5984EF89903}"/>
              </a:ext>
            </a:extLst>
          </p:cNvPr>
          <p:cNvSpPr>
            <a:spLocks noGrp="1"/>
          </p:cNvSpPr>
          <p:nvPr>
            <p:ph type="dt" sz="half" idx="10"/>
          </p:nvPr>
        </p:nvSpPr>
        <p:spPr/>
        <p:txBody>
          <a:bodyPr/>
          <a:lstStyle/>
          <a:p>
            <a:fld id="{20631B99-F4F7-4BC5-ADC9-05E43E2389A9}" type="datetimeFigureOut">
              <a:rPr lang="en-US" smtClean="0"/>
              <a:t>10/31/2025</a:t>
            </a:fld>
            <a:endParaRPr lang="en-US"/>
          </a:p>
        </p:txBody>
      </p:sp>
      <p:sp>
        <p:nvSpPr>
          <p:cNvPr id="8" name="Footer Placeholder 7">
            <a:extLst>
              <a:ext uri="{FF2B5EF4-FFF2-40B4-BE49-F238E27FC236}">
                <a16:creationId xmlns:a16="http://schemas.microsoft.com/office/drawing/2014/main" id="{869DDFAB-FAF7-676D-1273-BDE6E808690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A2CFAA1-1298-1F7F-E5DB-D74165BFFA9B}"/>
              </a:ext>
            </a:extLst>
          </p:cNvPr>
          <p:cNvSpPr>
            <a:spLocks noGrp="1"/>
          </p:cNvSpPr>
          <p:nvPr>
            <p:ph type="sldNum" sz="quarter" idx="12"/>
          </p:nvPr>
        </p:nvSpPr>
        <p:spPr/>
        <p:txBody>
          <a:bodyPr/>
          <a:lstStyle/>
          <a:p>
            <a:fld id="{1F4D6244-8B4E-4184-A0FC-F9D953F9020C}" type="slidenum">
              <a:rPr lang="en-US" smtClean="0"/>
              <a:t>‹#›</a:t>
            </a:fld>
            <a:endParaRPr lang="en-US"/>
          </a:p>
        </p:txBody>
      </p:sp>
    </p:spTree>
    <p:extLst>
      <p:ext uri="{BB962C8B-B14F-4D97-AF65-F5344CB8AC3E}">
        <p14:creationId xmlns:p14="http://schemas.microsoft.com/office/powerpoint/2010/main" val="2630522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B659C-C5FC-BF4A-311B-A3EDFB7ECF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A9B1A6-5E43-0C6E-0197-F96D34EA06F9}"/>
              </a:ext>
            </a:extLst>
          </p:cNvPr>
          <p:cNvSpPr>
            <a:spLocks noGrp="1"/>
          </p:cNvSpPr>
          <p:nvPr>
            <p:ph type="dt" sz="half" idx="10"/>
          </p:nvPr>
        </p:nvSpPr>
        <p:spPr/>
        <p:txBody>
          <a:bodyPr/>
          <a:lstStyle/>
          <a:p>
            <a:fld id="{20631B99-F4F7-4BC5-ADC9-05E43E2389A9}" type="datetimeFigureOut">
              <a:rPr lang="en-US" smtClean="0"/>
              <a:t>10/31/2025</a:t>
            </a:fld>
            <a:endParaRPr lang="en-US"/>
          </a:p>
        </p:txBody>
      </p:sp>
      <p:sp>
        <p:nvSpPr>
          <p:cNvPr id="4" name="Footer Placeholder 3">
            <a:extLst>
              <a:ext uri="{FF2B5EF4-FFF2-40B4-BE49-F238E27FC236}">
                <a16:creationId xmlns:a16="http://schemas.microsoft.com/office/drawing/2014/main" id="{01AA67A5-F4C3-B778-BC30-60357FDF9F5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390C77-7E34-0922-85C2-11082DC149A4}"/>
              </a:ext>
            </a:extLst>
          </p:cNvPr>
          <p:cNvSpPr>
            <a:spLocks noGrp="1"/>
          </p:cNvSpPr>
          <p:nvPr>
            <p:ph type="sldNum" sz="quarter" idx="12"/>
          </p:nvPr>
        </p:nvSpPr>
        <p:spPr/>
        <p:txBody>
          <a:bodyPr/>
          <a:lstStyle/>
          <a:p>
            <a:fld id="{1F4D6244-8B4E-4184-A0FC-F9D953F9020C}" type="slidenum">
              <a:rPr lang="en-US" smtClean="0"/>
              <a:t>‹#›</a:t>
            </a:fld>
            <a:endParaRPr lang="en-US"/>
          </a:p>
        </p:txBody>
      </p:sp>
    </p:spTree>
    <p:extLst>
      <p:ext uri="{BB962C8B-B14F-4D97-AF65-F5344CB8AC3E}">
        <p14:creationId xmlns:p14="http://schemas.microsoft.com/office/powerpoint/2010/main" val="2297761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6398BD-938C-2C82-54F4-2DAF97778888}"/>
              </a:ext>
            </a:extLst>
          </p:cNvPr>
          <p:cNvSpPr>
            <a:spLocks noGrp="1"/>
          </p:cNvSpPr>
          <p:nvPr>
            <p:ph type="dt" sz="half" idx="10"/>
          </p:nvPr>
        </p:nvSpPr>
        <p:spPr/>
        <p:txBody>
          <a:bodyPr/>
          <a:lstStyle/>
          <a:p>
            <a:fld id="{20631B99-F4F7-4BC5-ADC9-05E43E2389A9}" type="datetimeFigureOut">
              <a:rPr lang="en-US" smtClean="0"/>
              <a:t>10/31/2025</a:t>
            </a:fld>
            <a:endParaRPr lang="en-US"/>
          </a:p>
        </p:txBody>
      </p:sp>
      <p:sp>
        <p:nvSpPr>
          <p:cNvPr id="3" name="Footer Placeholder 2">
            <a:extLst>
              <a:ext uri="{FF2B5EF4-FFF2-40B4-BE49-F238E27FC236}">
                <a16:creationId xmlns:a16="http://schemas.microsoft.com/office/drawing/2014/main" id="{64E42307-B061-15AB-658F-899CD17FC1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44356C3-DAF3-652F-7848-F2C1BA881A3A}"/>
              </a:ext>
            </a:extLst>
          </p:cNvPr>
          <p:cNvSpPr>
            <a:spLocks noGrp="1"/>
          </p:cNvSpPr>
          <p:nvPr>
            <p:ph type="sldNum" sz="quarter" idx="12"/>
          </p:nvPr>
        </p:nvSpPr>
        <p:spPr/>
        <p:txBody>
          <a:bodyPr/>
          <a:lstStyle/>
          <a:p>
            <a:fld id="{1F4D6244-8B4E-4184-A0FC-F9D953F9020C}" type="slidenum">
              <a:rPr lang="en-US" smtClean="0"/>
              <a:t>‹#›</a:t>
            </a:fld>
            <a:endParaRPr lang="en-US"/>
          </a:p>
        </p:txBody>
      </p:sp>
    </p:spTree>
    <p:extLst>
      <p:ext uri="{BB962C8B-B14F-4D97-AF65-F5344CB8AC3E}">
        <p14:creationId xmlns:p14="http://schemas.microsoft.com/office/powerpoint/2010/main" val="2461183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962C8-B259-A27A-F173-021590ECD6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D7409CD-61A1-7316-02DC-B37930874B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D98DE4-0E52-6FF2-A9AD-E4B783BD68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134F1A-FE9F-14B8-AF3D-E43B34D8FAAF}"/>
              </a:ext>
            </a:extLst>
          </p:cNvPr>
          <p:cNvSpPr>
            <a:spLocks noGrp="1"/>
          </p:cNvSpPr>
          <p:nvPr>
            <p:ph type="dt" sz="half" idx="10"/>
          </p:nvPr>
        </p:nvSpPr>
        <p:spPr/>
        <p:txBody>
          <a:bodyPr/>
          <a:lstStyle/>
          <a:p>
            <a:fld id="{20631B99-F4F7-4BC5-ADC9-05E43E2389A9}" type="datetimeFigureOut">
              <a:rPr lang="en-US" smtClean="0"/>
              <a:t>10/31/2025</a:t>
            </a:fld>
            <a:endParaRPr lang="en-US"/>
          </a:p>
        </p:txBody>
      </p:sp>
      <p:sp>
        <p:nvSpPr>
          <p:cNvPr id="6" name="Footer Placeholder 5">
            <a:extLst>
              <a:ext uri="{FF2B5EF4-FFF2-40B4-BE49-F238E27FC236}">
                <a16:creationId xmlns:a16="http://schemas.microsoft.com/office/drawing/2014/main" id="{6516F102-61A2-7658-7284-0A70E41A3E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018CF2-BC89-6170-54F8-A512C2D4E50D}"/>
              </a:ext>
            </a:extLst>
          </p:cNvPr>
          <p:cNvSpPr>
            <a:spLocks noGrp="1"/>
          </p:cNvSpPr>
          <p:nvPr>
            <p:ph type="sldNum" sz="quarter" idx="12"/>
          </p:nvPr>
        </p:nvSpPr>
        <p:spPr/>
        <p:txBody>
          <a:bodyPr/>
          <a:lstStyle/>
          <a:p>
            <a:fld id="{1F4D6244-8B4E-4184-A0FC-F9D953F9020C}" type="slidenum">
              <a:rPr lang="en-US" smtClean="0"/>
              <a:t>‹#›</a:t>
            </a:fld>
            <a:endParaRPr lang="en-US"/>
          </a:p>
        </p:txBody>
      </p:sp>
    </p:spTree>
    <p:extLst>
      <p:ext uri="{BB962C8B-B14F-4D97-AF65-F5344CB8AC3E}">
        <p14:creationId xmlns:p14="http://schemas.microsoft.com/office/powerpoint/2010/main" val="5750514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D4576-941F-2133-A338-7DC4C6853C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640C4D-8835-419D-8D29-5B1643C9FB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97D5978-2592-A298-4122-8ECFCD6098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4019DF-47CD-31A2-5CB6-7908F558C25F}"/>
              </a:ext>
            </a:extLst>
          </p:cNvPr>
          <p:cNvSpPr>
            <a:spLocks noGrp="1"/>
          </p:cNvSpPr>
          <p:nvPr>
            <p:ph type="dt" sz="half" idx="10"/>
          </p:nvPr>
        </p:nvSpPr>
        <p:spPr/>
        <p:txBody>
          <a:bodyPr/>
          <a:lstStyle/>
          <a:p>
            <a:fld id="{20631B99-F4F7-4BC5-ADC9-05E43E2389A9}" type="datetimeFigureOut">
              <a:rPr lang="en-US" smtClean="0"/>
              <a:t>10/31/2025</a:t>
            </a:fld>
            <a:endParaRPr lang="en-US"/>
          </a:p>
        </p:txBody>
      </p:sp>
      <p:sp>
        <p:nvSpPr>
          <p:cNvPr id="6" name="Footer Placeholder 5">
            <a:extLst>
              <a:ext uri="{FF2B5EF4-FFF2-40B4-BE49-F238E27FC236}">
                <a16:creationId xmlns:a16="http://schemas.microsoft.com/office/drawing/2014/main" id="{0FE9EA4D-9522-9DDB-94A2-67F7407FA2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B3A95C-08A3-711B-11BB-2D8F95E4BA62}"/>
              </a:ext>
            </a:extLst>
          </p:cNvPr>
          <p:cNvSpPr>
            <a:spLocks noGrp="1"/>
          </p:cNvSpPr>
          <p:nvPr>
            <p:ph type="sldNum" sz="quarter" idx="12"/>
          </p:nvPr>
        </p:nvSpPr>
        <p:spPr/>
        <p:txBody>
          <a:bodyPr/>
          <a:lstStyle/>
          <a:p>
            <a:fld id="{1F4D6244-8B4E-4184-A0FC-F9D953F9020C}" type="slidenum">
              <a:rPr lang="en-US" smtClean="0"/>
              <a:t>‹#›</a:t>
            </a:fld>
            <a:endParaRPr lang="en-US"/>
          </a:p>
        </p:txBody>
      </p:sp>
    </p:spTree>
    <p:extLst>
      <p:ext uri="{BB962C8B-B14F-4D97-AF65-F5344CB8AC3E}">
        <p14:creationId xmlns:p14="http://schemas.microsoft.com/office/powerpoint/2010/main" val="27124416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09DAA-9151-8486-2119-DBA7F4FC14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99B638-5D7F-6928-4014-1B4BA7884F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BDB353-CD11-9234-B352-15C9B849E3B2}"/>
              </a:ext>
            </a:extLst>
          </p:cNvPr>
          <p:cNvSpPr>
            <a:spLocks noGrp="1"/>
          </p:cNvSpPr>
          <p:nvPr>
            <p:ph type="dt" sz="half" idx="10"/>
          </p:nvPr>
        </p:nvSpPr>
        <p:spPr/>
        <p:txBody>
          <a:bodyPr/>
          <a:lstStyle/>
          <a:p>
            <a:fld id="{20631B99-F4F7-4BC5-ADC9-05E43E2389A9}" type="datetimeFigureOut">
              <a:rPr lang="en-US" smtClean="0"/>
              <a:t>10/31/2025</a:t>
            </a:fld>
            <a:endParaRPr lang="en-US"/>
          </a:p>
        </p:txBody>
      </p:sp>
      <p:sp>
        <p:nvSpPr>
          <p:cNvPr id="5" name="Footer Placeholder 4">
            <a:extLst>
              <a:ext uri="{FF2B5EF4-FFF2-40B4-BE49-F238E27FC236}">
                <a16:creationId xmlns:a16="http://schemas.microsoft.com/office/drawing/2014/main" id="{25B85ABA-DB19-0EC1-5690-E65C565B2A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B95805-1C18-824C-159B-3034A8A889CE}"/>
              </a:ext>
            </a:extLst>
          </p:cNvPr>
          <p:cNvSpPr>
            <a:spLocks noGrp="1"/>
          </p:cNvSpPr>
          <p:nvPr>
            <p:ph type="sldNum" sz="quarter" idx="12"/>
          </p:nvPr>
        </p:nvSpPr>
        <p:spPr/>
        <p:txBody>
          <a:bodyPr/>
          <a:lstStyle/>
          <a:p>
            <a:fld id="{1F4D6244-8B4E-4184-A0FC-F9D953F9020C}" type="slidenum">
              <a:rPr lang="en-US" smtClean="0"/>
              <a:t>‹#›</a:t>
            </a:fld>
            <a:endParaRPr lang="en-US"/>
          </a:p>
        </p:txBody>
      </p:sp>
    </p:spTree>
    <p:extLst>
      <p:ext uri="{BB962C8B-B14F-4D97-AF65-F5344CB8AC3E}">
        <p14:creationId xmlns:p14="http://schemas.microsoft.com/office/powerpoint/2010/main" val="3899793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961CA4-637B-A3D1-AD01-5C1696D5596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1AB466D-3052-8B96-2140-25B0863E8D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7B95F2-00D0-21F6-24AD-C64B1C40DBAF}"/>
              </a:ext>
            </a:extLst>
          </p:cNvPr>
          <p:cNvSpPr>
            <a:spLocks noGrp="1"/>
          </p:cNvSpPr>
          <p:nvPr>
            <p:ph type="dt" sz="half" idx="10"/>
          </p:nvPr>
        </p:nvSpPr>
        <p:spPr/>
        <p:txBody>
          <a:bodyPr/>
          <a:lstStyle/>
          <a:p>
            <a:fld id="{20631B99-F4F7-4BC5-ADC9-05E43E2389A9}" type="datetimeFigureOut">
              <a:rPr lang="en-US" smtClean="0"/>
              <a:t>10/31/2025</a:t>
            </a:fld>
            <a:endParaRPr lang="en-US"/>
          </a:p>
        </p:txBody>
      </p:sp>
      <p:sp>
        <p:nvSpPr>
          <p:cNvPr id="5" name="Footer Placeholder 4">
            <a:extLst>
              <a:ext uri="{FF2B5EF4-FFF2-40B4-BE49-F238E27FC236}">
                <a16:creationId xmlns:a16="http://schemas.microsoft.com/office/drawing/2014/main" id="{FE79826F-82AA-820C-443E-1908DCA4DA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5EA64F-235B-5CED-41A8-664ED5F7B66B}"/>
              </a:ext>
            </a:extLst>
          </p:cNvPr>
          <p:cNvSpPr>
            <a:spLocks noGrp="1"/>
          </p:cNvSpPr>
          <p:nvPr>
            <p:ph type="sldNum" sz="quarter" idx="12"/>
          </p:nvPr>
        </p:nvSpPr>
        <p:spPr/>
        <p:txBody>
          <a:bodyPr/>
          <a:lstStyle/>
          <a:p>
            <a:fld id="{1F4D6244-8B4E-4184-A0FC-F9D953F9020C}" type="slidenum">
              <a:rPr lang="en-US" smtClean="0"/>
              <a:t>‹#›</a:t>
            </a:fld>
            <a:endParaRPr lang="en-US"/>
          </a:p>
        </p:txBody>
      </p:sp>
    </p:spTree>
    <p:extLst>
      <p:ext uri="{BB962C8B-B14F-4D97-AF65-F5344CB8AC3E}">
        <p14:creationId xmlns:p14="http://schemas.microsoft.com/office/powerpoint/2010/main" val="3336883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8F7251-01F1-D818-DBC7-3A270B9063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2BFBEC0-DD6B-61DC-7874-33B8EEDAC4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68D55F-28BF-4B18-DEFE-E973BEFCE8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631B99-F4F7-4BC5-ADC9-05E43E2389A9}" type="datetimeFigureOut">
              <a:rPr lang="en-US" smtClean="0"/>
              <a:t>10/31/2025</a:t>
            </a:fld>
            <a:endParaRPr lang="en-US"/>
          </a:p>
        </p:txBody>
      </p:sp>
      <p:sp>
        <p:nvSpPr>
          <p:cNvPr id="5" name="Footer Placeholder 4">
            <a:extLst>
              <a:ext uri="{FF2B5EF4-FFF2-40B4-BE49-F238E27FC236}">
                <a16:creationId xmlns:a16="http://schemas.microsoft.com/office/drawing/2014/main" id="{F80968DD-B846-CA96-41E3-4E517295A0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630E4B2-098B-A58C-7CEC-6EF4AEB2B1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F4D6244-8B4E-4184-A0FC-F9D953F9020C}" type="slidenum">
              <a:rPr lang="en-US" smtClean="0"/>
              <a:t>‹#›</a:t>
            </a:fld>
            <a:endParaRPr lang="en-US"/>
          </a:p>
        </p:txBody>
      </p:sp>
    </p:spTree>
    <p:extLst>
      <p:ext uri="{BB962C8B-B14F-4D97-AF65-F5344CB8AC3E}">
        <p14:creationId xmlns:p14="http://schemas.microsoft.com/office/powerpoint/2010/main" val="18382655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pn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23.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10" Type="http://schemas.openxmlformats.org/officeDocument/2006/relationships/image" Target="../media/image9.png"/><Relationship Id="rId19"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pubs.aip.org/aip/apr/article/8/1/011305/238646/Recent-advances-in-small-angle-x-ray-scattering"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image" Target="../media/image2.jpeg"/><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s>
</file>

<file path=ppt/slides/_rels/slide7.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55.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image" Target="../media/image2.jpeg"/><Relationship Id="rId16" Type="http://schemas.openxmlformats.org/officeDocument/2006/relationships/image" Target="../media/image41.png"/><Relationship Id="rId20"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png"/><Relationship Id="rId10" Type="http://schemas.openxmlformats.org/officeDocument/2006/relationships/image" Target="../media/image35.png"/><Relationship Id="rId19"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1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11.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3.png"/><Relationship Id="rId3" Type="http://schemas.openxmlformats.org/officeDocument/2006/relationships/image" Target="../media/image73.png"/><Relationship Id="rId7" Type="http://schemas.openxmlformats.org/officeDocument/2006/relationships/image" Target="../media/image77.png"/><Relationship Id="rId12" Type="http://schemas.openxmlformats.org/officeDocument/2006/relationships/image" Target="../media/image82.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6.png"/><Relationship Id="rId11" Type="http://schemas.openxmlformats.org/officeDocument/2006/relationships/image" Target="../media/image81.png"/><Relationship Id="rId5" Type="http://schemas.openxmlformats.org/officeDocument/2006/relationships/image" Target="../media/image75.png"/><Relationship Id="rId15" Type="http://schemas.openxmlformats.org/officeDocument/2006/relationships/image" Target="../media/image85.png"/><Relationship Id="rId10" Type="http://schemas.openxmlformats.org/officeDocument/2006/relationships/image" Target="../media/image80.png"/><Relationship Id="rId4" Type="http://schemas.openxmlformats.org/officeDocument/2006/relationships/image" Target="../media/image74.png"/><Relationship Id="rId9" Type="http://schemas.openxmlformats.org/officeDocument/2006/relationships/image" Target="../media/image79.png"/><Relationship Id="rId14" Type="http://schemas.openxmlformats.org/officeDocument/2006/relationships/image" Target="../media/image84.png"/></Relationships>
</file>

<file path=ppt/slides/_rels/slide12.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94.png"/><Relationship Id="rId3" Type="http://schemas.openxmlformats.org/officeDocument/2006/relationships/image" Target="../media/image87.png"/><Relationship Id="rId7" Type="http://schemas.openxmlformats.org/officeDocument/2006/relationships/image" Target="../media/image88.png"/><Relationship Id="rId12" Type="http://schemas.openxmlformats.org/officeDocument/2006/relationships/image" Target="../media/image93.png"/><Relationship Id="rId2" Type="http://schemas.openxmlformats.org/officeDocument/2006/relationships/image" Target="../media/image86.png"/><Relationship Id="rId16" Type="http://schemas.openxmlformats.org/officeDocument/2006/relationships/image" Target="../media/image97.png"/><Relationship Id="rId1" Type="http://schemas.openxmlformats.org/officeDocument/2006/relationships/slideLayout" Target="../slideLayouts/slideLayout2.xml"/><Relationship Id="rId6" Type="http://schemas.openxmlformats.org/officeDocument/2006/relationships/image" Target="../media/image78.png"/><Relationship Id="rId11" Type="http://schemas.openxmlformats.org/officeDocument/2006/relationships/image" Target="../media/image92.png"/><Relationship Id="rId5" Type="http://schemas.openxmlformats.org/officeDocument/2006/relationships/image" Target="../media/image76.png"/><Relationship Id="rId15" Type="http://schemas.openxmlformats.org/officeDocument/2006/relationships/image" Target="../media/image96.png"/><Relationship Id="rId10" Type="http://schemas.openxmlformats.org/officeDocument/2006/relationships/image" Target="../media/image91.png"/><Relationship Id="rId4" Type="http://schemas.openxmlformats.org/officeDocument/2006/relationships/image" Target="../media/image74.png"/><Relationship Id="rId9" Type="http://schemas.openxmlformats.org/officeDocument/2006/relationships/image" Target="../media/image90.png"/><Relationship Id="rId14" Type="http://schemas.openxmlformats.org/officeDocument/2006/relationships/image" Target="../media/image95.png"/></Relationships>
</file>

<file path=ppt/slides/_rels/slide1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3DB38-8DC6-6455-B49D-22C65350C2F5}"/>
              </a:ext>
            </a:extLst>
          </p:cNvPr>
          <p:cNvSpPr>
            <a:spLocks noGrp="1"/>
          </p:cNvSpPr>
          <p:nvPr>
            <p:ph type="ctrTitle"/>
          </p:nvPr>
        </p:nvSpPr>
        <p:spPr/>
        <p:txBody>
          <a:bodyPr/>
          <a:lstStyle/>
          <a:p>
            <a:r>
              <a:rPr lang="en-US" dirty="0"/>
              <a:t>CD-SAXS </a:t>
            </a:r>
            <a:br>
              <a:rPr lang="en-US" dirty="0"/>
            </a:br>
            <a:r>
              <a:rPr lang="en-US" dirty="0"/>
              <a:t>Diffraction Derivations</a:t>
            </a:r>
          </a:p>
        </p:txBody>
      </p:sp>
      <p:sp>
        <p:nvSpPr>
          <p:cNvPr id="3" name="Subtitle 2">
            <a:extLst>
              <a:ext uri="{FF2B5EF4-FFF2-40B4-BE49-F238E27FC236}">
                <a16:creationId xmlns:a16="http://schemas.microsoft.com/office/drawing/2014/main" id="{3EAB52E7-C24A-EB43-CC5B-0AA9631DBD77}"/>
              </a:ext>
            </a:extLst>
          </p:cNvPr>
          <p:cNvSpPr>
            <a:spLocks noGrp="1"/>
          </p:cNvSpPr>
          <p:nvPr>
            <p:ph type="subTitle" idx="1"/>
          </p:nvPr>
        </p:nvSpPr>
        <p:spPr/>
        <p:txBody>
          <a:bodyPr/>
          <a:lstStyle/>
          <a:p>
            <a:r>
              <a:rPr lang="en-US" dirty="0"/>
              <a:t>Caitlyn Wolf, Matthew Wade</a:t>
            </a:r>
          </a:p>
        </p:txBody>
      </p:sp>
    </p:spTree>
    <p:extLst>
      <p:ext uri="{BB962C8B-B14F-4D97-AF65-F5344CB8AC3E}">
        <p14:creationId xmlns:p14="http://schemas.microsoft.com/office/powerpoint/2010/main" val="1614970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67439-0691-24BC-BDFB-64B6067821B3}"/>
              </a:ext>
            </a:extLst>
          </p:cNvPr>
          <p:cNvSpPr>
            <a:spLocks noGrp="1"/>
          </p:cNvSpPr>
          <p:nvPr>
            <p:ph type="title"/>
          </p:nvPr>
        </p:nvSpPr>
        <p:spPr/>
        <p:txBody>
          <a:bodyPr/>
          <a:lstStyle/>
          <a:p>
            <a:r>
              <a:rPr lang="en-US" dirty="0"/>
              <a:t>Coordinate system and variable names</a:t>
            </a:r>
          </a:p>
        </p:txBody>
      </p:sp>
      <p:sp>
        <p:nvSpPr>
          <p:cNvPr id="5" name="Rectangle 4">
            <a:extLst>
              <a:ext uri="{FF2B5EF4-FFF2-40B4-BE49-F238E27FC236}">
                <a16:creationId xmlns:a16="http://schemas.microsoft.com/office/drawing/2014/main" id="{C636CCDE-AC27-F773-8457-E864756B51A7}"/>
              </a:ext>
            </a:extLst>
          </p:cNvPr>
          <p:cNvSpPr/>
          <p:nvPr/>
        </p:nvSpPr>
        <p:spPr>
          <a:xfrm>
            <a:off x="349475" y="2836508"/>
            <a:ext cx="404055" cy="34739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21">
            <a:extLst>
              <a:ext uri="{FF2B5EF4-FFF2-40B4-BE49-F238E27FC236}">
                <a16:creationId xmlns:a16="http://schemas.microsoft.com/office/drawing/2014/main" id="{AA021B6B-FB13-D229-6D93-57EFF57A206A}"/>
              </a:ext>
            </a:extLst>
          </p:cNvPr>
          <p:cNvSpPr/>
          <p:nvPr/>
        </p:nvSpPr>
        <p:spPr>
          <a:xfrm rot="594340">
            <a:off x="8588732" y="1449001"/>
            <a:ext cx="3187102" cy="1075140"/>
          </a:xfrm>
          <a:custGeom>
            <a:avLst/>
            <a:gdLst>
              <a:gd name="connsiteX0" fmla="*/ 0 w 2960225"/>
              <a:gd name="connsiteY0" fmla="*/ 0 h 1088373"/>
              <a:gd name="connsiteX1" fmla="*/ 2960225 w 2960225"/>
              <a:gd name="connsiteY1" fmla="*/ 0 h 1088373"/>
              <a:gd name="connsiteX2" fmla="*/ 2960225 w 2960225"/>
              <a:gd name="connsiteY2" fmla="*/ 1088373 h 1088373"/>
              <a:gd name="connsiteX3" fmla="*/ 0 w 2960225"/>
              <a:gd name="connsiteY3" fmla="*/ 1088373 h 1088373"/>
              <a:gd name="connsiteX4" fmla="*/ 0 w 2960225"/>
              <a:gd name="connsiteY4" fmla="*/ 0 h 1088373"/>
              <a:gd name="connsiteX0" fmla="*/ 0 w 3187102"/>
              <a:gd name="connsiteY0" fmla="*/ 35530 h 1088373"/>
              <a:gd name="connsiteX1" fmla="*/ 3187102 w 3187102"/>
              <a:gd name="connsiteY1" fmla="*/ 0 h 1088373"/>
              <a:gd name="connsiteX2" fmla="*/ 3187102 w 3187102"/>
              <a:gd name="connsiteY2" fmla="*/ 1088373 h 1088373"/>
              <a:gd name="connsiteX3" fmla="*/ 226877 w 3187102"/>
              <a:gd name="connsiteY3" fmla="*/ 1088373 h 1088373"/>
              <a:gd name="connsiteX4" fmla="*/ 0 w 3187102"/>
              <a:gd name="connsiteY4" fmla="*/ 35530 h 1088373"/>
              <a:gd name="connsiteX0" fmla="*/ 0 w 3187102"/>
              <a:gd name="connsiteY0" fmla="*/ 22297 h 1075140"/>
              <a:gd name="connsiteX1" fmla="*/ 3017668 w 3187102"/>
              <a:gd name="connsiteY1" fmla="*/ 0 h 1075140"/>
              <a:gd name="connsiteX2" fmla="*/ 3187102 w 3187102"/>
              <a:gd name="connsiteY2" fmla="*/ 1075140 h 1075140"/>
              <a:gd name="connsiteX3" fmla="*/ 226877 w 3187102"/>
              <a:gd name="connsiteY3" fmla="*/ 1075140 h 1075140"/>
              <a:gd name="connsiteX4" fmla="*/ 0 w 3187102"/>
              <a:gd name="connsiteY4" fmla="*/ 22297 h 1075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87102" h="1075140">
                <a:moveTo>
                  <a:pt x="0" y="22297"/>
                </a:moveTo>
                <a:lnTo>
                  <a:pt x="3017668" y="0"/>
                </a:lnTo>
                <a:lnTo>
                  <a:pt x="3187102" y="1075140"/>
                </a:lnTo>
                <a:lnTo>
                  <a:pt x="226877" y="1075140"/>
                </a:lnTo>
                <a:lnTo>
                  <a:pt x="0" y="22297"/>
                </a:lnTo>
                <a:close/>
              </a:path>
            </a:pathLst>
          </a:custGeom>
          <a:solidFill>
            <a:srgbClr val="5C5C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EEE67048-EB17-57DE-D8A1-AF05D036214F}"/>
              </a:ext>
            </a:extLst>
          </p:cNvPr>
          <p:cNvCxnSpPr>
            <a:cxnSpLocks/>
          </p:cNvCxnSpPr>
          <p:nvPr/>
        </p:nvCxnSpPr>
        <p:spPr>
          <a:xfrm flipV="1">
            <a:off x="8059031" y="2278031"/>
            <a:ext cx="1820744" cy="914589"/>
          </a:xfrm>
          <a:prstGeom prst="straightConnector1">
            <a:avLst/>
          </a:prstGeom>
          <a:ln w="38100">
            <a:solidFill>
              <a:srgbClr val="FFCC05"/>
            </a:solidFill>
            <a:prstDash val="sysDash"/>
            <a:tailEnd type="triangle"/>
          </a:ln>
        </p:spPr>
        <p:style>
          <a:lnRef idx="2">
            <a:schemeClr val="accent1"/>
          </a:lnRef>
          <a:fillRef idx="0">
            <a:schemeClr val="accent1"/>
          </a:fillRef>
          <a:effectRef idx="1">
            <a:schemeClr val="accent1"/>
          </a:effectRef>
          <a:fontRef idx="minor">
            <a:schemeClr val="tx1"/>
          </a:fontRef>
        </p:style>
      </p:cxnSp>
      <p:pic>
        <p:nvPicPr>
          <p:cNvPr id="8" name="Picture 7" descr="Chart&#10;&#10;AI-generated content may be incorrect.">
            <a:extLst>
              <a:ext uri="{FF2B5EF4-FFF2-40B4-BE49-F238E27FC236}">
                <a16:creationId xmlns:a16="http://schemas.microsoft.com/office/drawing/2014/main" id="{5CFD1618-6F65-8C21-23DF-C752C23B49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815" y="1015463"/>
            <a:ext cx="5408974" cy="3693476"/>
          </a:xfrm>
          <a:prstGeom prst="rect">
            <a:avLst/>
          </a:prstGeom>
        </p:spPr>
      </p:pic>
      <p:pic>
        <p:nvPicPr>
          <p:cNvPr id="9" name="Picture 8" descr="Chart&#10;&#10;AI-generated content may be incorrect.">
            <a:extLst>
              <a:ext uri="{FF2B5EF4-FFF2-40B4-BE49-F238E27FC236}">
                <a16:creationId xmlns:a16="http://schemas.microsoft.com/office/drawing/2014/main" id="{FF8A6ECF-DF58-B1CC-C561-C3FA3E7AB9EF}"/>
              </a:ext>
            </a:extLst>
          </p:cNvPr>
          <p:cNvPicPr>
            <a:picLocks noChangeAspect="1"/>
          </p:cNvPicPr>
          <p:nvPr/>
        </p:nvPicPr>
        <p:blipFill>
          <a:blip r:embed="rId2">
            <a:extLst>
              <a:ext uri="{28A0092B-C50C-407E-A947-70E740481C1C}">
                <a14:useLocalDpi xmlns:a14="http://schemas.microsoft.com/office/drawing/2010/main" val="0"/>
              </a:ext>
            </a:extLst>
          </a:blip>
          <a:srcRect r="57144"/>
          <a:stretch/>
        </p:blipFill>
        <p:spPr>
          <a:xfrm>
            <a:off x="6438557" y="1152646"/>
            <a:ext cx="2318054" cy="3693476"/>
          </a:xfrm>
          <a:prstGeom prst="rect">
            <a:avLst/>
          </a:prstGeom>
        </p:spPr>
      </p:pic>
      <p:sp>
        <p:nvSpPr>
          <p:cNvPr id="10" name="Rectangle 9">
            <a:extLst>
              <a:ext uri="{FF2B5EF4-FFF2-40B4-BE49-F238E27FC236}">
                <a16:creationId xmlns:a16="http://schemas.microsoft.com/office/drawing/2014/main" id="{04EFEB9E-89D7-6092-9E8A-62A5EB134A44}"/>
              </a:ext>
            </a:extLst>
          </p:cNvPr>
          <p:cNvSpPr/>
          <p:nvPr/>
        </p:nvSpPr>
        <p:spPr>
          <a:xfrm>
            <a:off x="1779447" y="1420026"/>
            <a:ext cx="164785" cy="195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3E3C3C-0886-53BE-73E3-87E0227A47C4}"/>
              </a:ext>
            </a:extLst>
          </p:cNvPr>
          <p:cNvSpPr/>
          <p:nvPr/>
        </p:nvSpPr>
        <p:spPr>
          <a:xfrm>
            <a:off x="1807307" y="1615111"/>
            <a:ext cx="109063" cy="195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A44B407-1B96-4657-01E9-EAE41D27B9D2}"/>
              </a:ext>
            </a:extLst>
          </p:cNvPr>
          <p:cNvSpPr/>
          <p:nvPr/>
        </p:nvSpPr>
        <p:spPr>
          <a:xfrm>
            <a:off x="1247054" y="1243651"/>
            <a:ext cx="164785" cy="195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BFD72BE-B0F8-7529-5763-1812F1C7262A}"/>
              </a:ext>
            </a:extLst>
          </p:cNvPr>
          <p:cNvSpPr/>
          <p:nvPr/>
        </p:nvSpPr>
        <p:spPr>
          <a:xfrm>
            <a:off x="4364876" y="1615110"/>
            <a:ext cx="164785" cy="195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07305B6-9ED2-7CB2-084A-B3828E81D76B}"/>
              </a:ext>
            </a:extLst>
          </p:cNvPr>
          <p:cNvSpPr/>
          <p:nvPr/>
        </p:nvSpPr>
        <p:spPr>
          <a:xfrm rot="2289981">
            <a:off x="4424688" y="1627383"/>
            <a:ext cx="687064" cy="52329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1D0F45A-05D8-1EE3-55CB-5027F91FDF36}"/>
              </a:ext>
            </a:extLst>
          </p:cNvPr>
          <p:cNvSpPr/>
          <p:nvPr/>
        </p:nvSpPr>
        <p:spPr>
          <a:xfrm>
            <a:off x="1512914" y="3791961"/>
            <a:ext cx="330614" cy="195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F1629A7-C456-658E-1A6B-6ED7DBB8D5E4}"/>
              </a:ext>
            </a:extLst>
          </p:cNvPr>
          <p:cNvSpPr/>
          <p:nvPr/>
        </p:nvSpPr>
        <p:spPr>
          <a:xfrm>
            <a:off x="3216169" y="3082329"/>
            <a:ext cx="330614" cy="1624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B644EC3-AB6E-1D6D-9D15-00F734E61833}"/>
              </a:ext>
            </a:extLst>
          </p:cNvPr>
          <p:cNvSpPr/>
          <p:nvPr/>
        </p:nvSpPr>
        <p:spPr>
          <a:xfrm>
            <a:off x="7821066" y="1596401"/>
            <a:ext cx="164785" cy="195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C05E326-4AE1-8ECE-B940-8FC6B021D648}"/>
              </a:ext>
            </a:extLst>
          </p:cNvPr>
          <p:cNvSpPr/>
          <p:nvPr/>
        </p:nvSpPr>
        <p:spPr>
          <a:xfrm>
            <a:off x="7848926" y="1791486"/>
            <a:ext cx="109063" cy="195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CF6AAAC-A0BF-DDD6-3BB7-980435056DE3}"/>
              </a:ext>
            </a:extLst>
          </p:cNvPr>
          <p:cNvSpPr/>
          <p:nvPr/>
        </p:nvSpPr>
        <p:spPr>
          <a:xfrm>
            <a:off x="7288673" y="1420026"/>
            <a:ext cx="164785" cy="195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896DB1B-D9E1-EEC9-900F-500EEAF9472B}"/>
              </a:ext>
            </a:extLst>
          </p:cNvPr>
          <p:cNvSpPr/>
          <p:nvPr/>
        </p:nvSpPr>
        <p:spPr>
          <a:xfrm>
            <a:off x="7554533" y="3968336"/>
            <a:ext cx="330614" cy="195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6462C59-FE6B-D67D-DC33-DC15266BD658}"/>
              </a:ext>
            </a:extLst>
          </p:cNvPr>
          <p:cNvSpPr/>
          <p:nvPr/>
        </p:nvSpPr>
        <p:spPr>
          <a:xfrm>
            <a:off x="9257788" y="3258704"/>
            <a:ext cx="330614" cy="1624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E296FC3E-5578-76FA-727C-733F18CA2FE8}"/>
              </a:ext>
            </a:extLst>
          </p:cNvPr>
          <p:cNvCxnSpPr/>
          <p:nvPr/>
        </p:nvCxnSpPr>
        <p:spPr>
          <a:xfrm>
            <a:off x="8776721" y="3192620"/>
            <a:ext cx="1623362" cy="0"/>
          </a:xfrm>
          <a:prstGeom prst="straightConnector1">
            <a:avLst/>
          </a:prstGeom>
          <a:ln w="57150">
            <a:solidFill>
              <a:srgbClr val="FFCC05"/>
            </a:solidFill>
            <a:tailEnd type="triangle"/>
          </a:ln>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94C5418E-E77B-28AC-D7DF-DB858FA015C7}"/>
              </a:ext>
            </a:extLst>
          </p:cNvPr>
          <p:cNvSpPr/>
          <p:nvPr/>
        </p:nvSpPr>
        <p:spPr>
          <a:xfrm>
            <a:off x="11136515" y="2357472"/>
            <a:ext cx="158104" cy="183479"/>
          </a:xfrm>
          <a:prstGeom prst="ellipse">
            <a:avLst/>
          </a:prstGeom>
          <a:solidFill>
            <a:srgbClr val="FFCC05"/>
          </a:solidFill>
          <a:ln>
            <a:solidFill>
              <a:srgbClr val="FFCC0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0C7375ED-4EA2-8EF0-1E6B-B1840ACF5AAB}"/>
              </a:ext>
            </a:extLst>
          </p:cNvPr>
          <p:cNvSpPr/>
          <p:nvPr/>
        </p:nvSpPr>
        <p:spPr>
          <a:xfrm>
            <a:off x="10537017" y="2266613"/>
            <a:ext cx="116529" cy="135231"/>
          </a:xfrm>
          <a:prstGeom prst="ellipse">
            <a:avLst/>
          </a:prstGeom>
          <a:solidFill>
            <a:srgbClr val="FFCC05"/>
          </a:solidFill>
          <a:ln>
            <a:solidFill>
              <a:srgbClr val="FFCC0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635FE18A-B8E4-498C-838A-73054803FA06}"/>
              </a:ext>
            </a:extLst>
          </p:cNvPr>
          <p:cNvSpPr/>
          <p:nvPr/>
        </p:nvSpPr>
        <p:spPr>
          <a:xfrm>
            <a:off x="9879775" y="2157282"/>
            <a:ext cx="94212" cy="109332"/>
          </a:xfrm>
          <a:prstGeom prst="ellipse">
            <a:avLst/>
          </a:prstGeom>
          <a:solidFill>
            <a:srgbClr val="FFCC05"/>
          </a:solidFill>
          <a:ln>
            <a:solidFill>
              <a:srgbClr val="FFCC0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26477C0C-97D9-075B-F1D0-E104CB810D19}"/>
              </a:ext>
            </a:extLst>
          </p:cNvPr>
          <p:cNvSpPr/>
          <p:nvPr/>
        </p:nvSpPr>
        <p:spPr>
          <a:xfrm>
            <a:off x="9172154" y="2059737"/>
            <a:ext cx="94212" cy="109333"/>
          </a:xfrm>
          <a:prstGeom prst="ellipse">
            <a:avLst/>
          </a:prstGeom>
          <a:solidFill>
            <a:srgbClr val="FFCC05"/>
          </a:solidFill>
          <a:ln>
            <a:solidFill>
              <a:srgbClr val="FFCC0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8C04B942-560B-C471-61DB-8363D4482050}"/>
              </a:ext>
            </a:extLst>
          </p:cNvPr>
          <p:cNvCxnSpPr/>
          <p:nvPr/>
        </p:nvCxnSpPr>
        <p:spPr>
          <a:xfrm flipV="1">
            <a:off x="11709247" y="2735325"/>
            <a:ext cx="0" cy="3123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1E4A98FE-FA7C-293E-FE9E-935CDC0B2096}"/>
              </a:ext>
            </a:extLst>
          </p:cNvPr>
          <p:cNvCxnSpPr>
            <a:cxnSpLocks/>
          </p:cNvCxnSpPr>
          <p:nvPr/>
        </p:nvCxnSpPr>
        <p:spPr>
          <a:xfrm flipH="1" flipV="1">
            <a:off x="11418545" y="2999384"/>
            <a:ext cx="292346" cy="4678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3BE5CE47-17D0-0F70-F6E1-2352B5CA8DFB}"/>
              </a:ext>
            </a:extLst>
          </p:cNvPr>
          <p:cNvCxnSpPr>
            <a:cxnSpLocks/>
          </p:cNvCxnSpPr>
          <p:nvPr/>
        </p:nvCxnSpPr>
        <p:spPr>
          <a:xfrm flipV="1">
            <a:off x="11717296" y="2862201"/>
            <a:ext cx="127258" cy="18171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6C9DB29-2EAE-57D4-C6E8-7E75DFB08AEE}"/>
                  </a:ext>
                </a:extLst>
              </p:cNvPr>
              <p:cNvSpPr txBox="1"/>
              <p:nvPr/>
            </p:nvSpPr>
            <p:spPr>
              <a:xfrm>
                <a:off x="11370787" y="2967800"/>
                <a:ext cx="3878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𝑑𝑥</m:t>
                          </m:r>
                        </m:sub>
                      </m:sSub>
                    </m:oMath>
                  </m:oMathPara>
                </a14:m>
                <a:endParaRPr lang="en-US" dirty="0"/>
              </a:p>
            </p:txBody>
          </p:sp>
        </mc:Choice>
        <mc:Fallback xmlns="">
          <p:sp>
            <p:nvSpPr>
              <p:cNvPr id="30" name="TextBox 29">
                <a:extLst>
                  <a:ext uri="{FF2B5EF4-FFF2-40B4-BE49-F238E27FC236}">
                    <a16:creationId xmlns:a16="http://schemas.microsoft.com/office/drawing/2014/main" id="{A6C9DB29-2EAE-57D4-C6E8-7E75DFB08AEE}"/>
                  </a:ext>
                </a:extLst>
              </p:cNvPr>
              <p:cNvSpPr txBox="1">
                <a:spLocks noRot="1" noChangeAspect="1" noMove="1" noResize="1" noEditPoints="1" noAdjustHandles="1" noChangeArrowheads="1" noChangeShapeType="1" noTextEdit="1"/>
              </p:cNvSpPr>
              <p:nvPr/>
            </p:nvSpPr>
            <p:spPr>
              <a:xfrm>
                <a:off x="11370787" y="2967800"/>
                <a:ext cx="387862" cy="276999"/>
              </a:xfrm>
              <a:prstGeom prst="rect">
                <a:avLst/>
              </a:prstGeom>
              <a:blipFill>
                <a:blip r:embed="rId3"/>
                <a:stretch>
                  <a:fillRect l="-15625" r="-625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449BE85-742F-5B8C-F9A5-46964AD164EE}"/>
                  </a:ext>
                </a:extLst>
              </p:cNvPr>
              <p:cNvSpPr txBox="1"/>
              <p:nvPr/>
            </p:nvSpPr>
            <p:spPr>
              <a:xfrm>
                <a:off x="11650623" y="2443634"/>
                <a:ext cx="395493" cy="298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𝑑𝑦</m:t>
                          </m:r>
                        </m:sub>
                      </m:sSub>
                    </m:oMath>
                  </m:oMathPara>
                </a14:m>
                <a:endParaRPr lang="en-US" dirty="0"/>
              </a:p>
            </p:txBody>
          </p:sp>
        </mc:Choice>
        <mc:Fallback xmlns="">
          <p:sp>
            <p:nvSpPr>
              <p:cNvPr id="31" name="TextBox 30">
                <a:extLst>
                  <a:ext uri="{FF2B5EF4-FFF2-40B4-BE49-F238E27FC236}">
                    <a16:creationId xmlns:a16="http://schemas.microsoft.com/office/drawing/2014/main" id="{A449BE85-742F-5B8C-F9A5-46964AD164EE}"/>
                  </a:ext>
                </a:extLst>
              </p:cNvPr>
              <p:cNvSpPr txBox="1">
                <a:spLocks noRot="1" noChangeAspect="1" noMove="1" noResize="1" noEditPoints="1" noAdjustHandles="1" noChangeArrowheads="1" noChangeShapeType="1" noTextEdit="1"/>
              </p:cNvSpPr>
              <p:nvPr/>
            </p:nvSpPr>
            <p:spPr>
              <a:xfrm>
                <a:off x="11650623" y="2443634"/>
                <a:ext cx="395493" cy="298928"/>
              </a:xfrm>
              <a:prstGeom prst="rect">
                <a:avLst/>
              </a:prstGeom>
              <a:blipFill>
                <a:blip r:embed="rId4"/>
                <a:stretch>
                  <a:fillRect l="-15385" r="-10769" b="-244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FAE65CE-55A7-7815-472A-147F17F0FCAC}"/>
                  </a:ext>
                </a:extLst>
              </p:cNvPr>
              <p:cNvSpPr txBox="1"/>
              <p:nvPr/>
            </p:nvSpPr>
            <p:spPr>
              <a:xfrm>
                <a:off x="11814524" y="2660969"/>
                <a:ext cx="37747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𝑑𝑧</m:t>
                          </m:r>
                        </m:sub>
                      </m:sSub>
                    </m:oMath>
                  </m:oMathPara>
                </a14:m>
                <a:endParaRPr lang="en-US" dirty="0"/>
              </a:p>
            </p:txBody>
          </p:sp>
        </mc:Choice>
        <mc:Fallback xmlns="">
          <p:sp>
            <p:nvSpPr>
              <p:cNvPr id="32" name="TextBox 31">
                <a:extLst>
                  <a:ext uri="{FF2B5EF4-FFF2-40B4-BE49-F238E27FC236}">
                    <a16:creationId xmlns:a16="http://schemas.microsoft.com/office/drawing/2014/main" id="{4FAE65CE-55A7-7815-472A-147F17F0FCAC}"/>
                  </a:ext>
                </a:extLst>
              </p:cNvPr>
              <p:cNvSpPr txBox="1">
                <a:spLocks noRot="1" noChangeAspect="1" noMove="1" noResize="1" noEditPoints="1" noAdjustHandles="1" noChangeArrowheads="1" noChangeShapeType="1" noTextEdit="1"/>
              </p:cNvSpPr>
              <p:nvPr/>
            </p:nvSpPr>
            <p:spPr>
              <a:xfrm>
                <a:off x="11814524" y="2660969"/>
                <a:ext cx="377476" cy="276999"/>
              </a:xfrm>
              <a:prstGeom prst="rect">
                <a:avLst/>
              </a:prstGeom>
              <a:blipFill>
                <a:blip r:embed="rId5"/>
                <a:stretch>
                  <a:fillRect l="-16129" r="-6452"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DB07CB4-DA51-159A-F15A-3FAC73877A9C}"/>
                  </a:ext>
                </a:extLst>
              </p:cNvPr>
              <p:cNvSpPr txBox="1"/>
              <p:nvPr/>
            </p:nvSpPr>
            <p:spPr>
              <a:xfrm>
                <a:off x="7827321" y="1734900"/>
                <a:ext cx="36221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𝑠𝑥</m:t>
                          </m:r>
                        </m:sub>
                      </m:sSub>
                    </m:oMath>
                  </m:oMathPara>
                </a14:m>
                <a:endParaRPr lang="en-US" dirty="0"/>
              </a:p>
            </p:txBody>
          </p:sp>
        </mc:Choice>
        <mc:Fallback xmlns="">
          <p:sp>
            <p:nvSpPr>
              <p:cNvPr id="33" name="TextBox 32">
                <a:extLst>
                  <a:ext uri="{FF2B5EF4-FFF2-40B4-BE49-F238E27FC236}">
                    <a16:creationId xmlns:a16="http://schemas.microsoft.com/office/drawing/2014/main" id="{6DB07CB4-DA51-159A-F15A-3FAC73877A9C}"/>
                  </a:ext>
                </a:extLst>
              </p:cNvPr>
              <p:cNvSpPr txBox="1">
                <a:spLocks noRot="1" noChangeAspect="1" noMove="1" noResize="1" noEditPoints="1" noAdjustHandles="1" noChangeArrowheads="1" noChangeShapeType="1" noTextEdit="1"/>
              </p:cNvSpPr>
              <p:nvPr/>
            </p:nvSpPr>
            <p:spPr>
              <a:xfrm>
                <a:off x="7827321" y="1734900"/>
                <a:ext cx="362215" cy="276999"/>
              </a:xfrm>
              <a:prstGeom prst="rect">
                <a:avLst/>
              </a:prstGeom>
              <a:blipFill>
                <a:blip r:embed="rId6"/>
                <a:stretch>
                  <a:fillRect l="-16949" r="-5085"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DA6D0F56-DA12-1004-D566-33430716288B}"/>
                  </a:ext>
                </a:extLst>
              </p:cNvPr>
              <p:cNvSpPr txBox="1"/>
              <p:nvPr/>
            </p:nvSpPr>
            <p:spPr>
              <a:xfrm>
                <a:off x="7472458" y="1134512"/>
                <a:ext cx="395493" cy="298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𝑑𝑦</m:t>
                          </m:r>
                        </m:sub>
                      </m:sSub>
                    </m:oMath>
                  </m:oMathPara>
                </a14:m>
                <a:endParaRPr lang="en-US" dirty="0"/>
              </a:p>
            </p:txBody>
          </p:sp>
        </mc:Choice>
        <mc:Fallback xmlns="">
          <p:sp>
            <p:nvSpPr>
              <p:cNvPr id="34" name="TextBox 33">
                <a:extLst>
                  <a:ext uri="{FF2B5EF4-FFF2-40B4-BE49-F238E27FC236}">
                    <a16:creationId xmlns:a16="http://schemas.microsoft.com/office/drawing/2014/main" id="{DA6D0F56-DA12-1004-D566-33430716288B}"/>
                  </a:ext>
                </a:extLst>
              </p:cNvPr>
              <p:cNvSpPr txBox="1">
                <a:spLocks noRot="1" noChangeAspect="1" noMove="1" noResize="1" noEditPoints="1" noAdjustHandles="1" noChangeArrowheads="1" noChangeShapeType="1" noTextEdit="1"/>
              </p:cNvSpPr>
              <p:nvPr/>
            </p:nvSpPr>
            <p:spPr>
              <a:xfrm>
                <a:off x="7472458" y="1134512"/>
                <a:ext cx="395493" cy="298928"/>
              </a:xfrm>
              <a:prstGeom prst="rect">
                <a:avLst/>
              </a:prstGeom>
              <a:blipFill>
                <a:blip r:embed="rId7"/>
                <a:stretch>
                  <a:fillRect l="-15385" r="-9231" b="-265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A20CEA2-E2D4-6FC4-4317-26B3369B28CD}"/>
                  </a:ext>
                </a:extLst>
              </p:cNvPr>
              <p:cNvSpPr txBox="1"/>
              <p:nvPr/>
            </p:nvSpPr>
            <p:spPr>
              <a:xfrm>
                <a:off x="7738291" y="1493394"/>
                <a:ext cx="3518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𝑠𝑧</m:t>
                          </m:r>
                        </m:sub>
                      </m:sSub>
                    </m:oMath>
                  </m:oMathPara>
                </a14:m>
                <a:endParaRPr lang="en-US" dirty="0"/>
              </a:p>
            </p:txBody>
          </p:sp>
        </mc:Choice>
        <mc:Fallback xmlns="">
          <p:sp>
            <p:nvSpPr>
              <p:cNvPr id="35" name="TextBox 34">
                <a:extLst>
                  <a:ext uri="{FF2B5EF4-FFF2-40B4-BE49-F238E27FC236}">
                    <a16:creationId xmlns:a16="http://schemas.microsoft.com/office/drawing/2014/main" id="{9A20CEA2-E2D4-6FC4-4317-26B3369B28CD}"/>
                  </a:ext>
                </a:extLst>
              </p:cNvPr>
              <p:cNvSpPr txBox="1">
                <a:spLocks noRot="1" noChangeAspect="1" noMove="1" noResize="1" noEditPoints="1" noAdjustHandles="1" noChangeArrowheads="1" noChangeShapeType="1" noTextEdit="1"/>
              </p:cNvSpPr>
              <p:nvPr/>
            </p:nvSpPr>
            <p:spPr>
              <a:xfrm>
                <a:off x="7738291" y="1493394"/>
                <a:ext cx="351828" cy="276999"/>
              </a:xfrm>
              <a:prstGeom prst="rect">
                <a:avLst/>
              </a:prstGeom>
              <a:blipFill>
                <a:blip r:embed="rId8"/>
                <a:stretch>
                  <a:fillRect l="-17241" r="-3448" b="-26667"/>
                </a:stretch>
              </a:blipFill>
            </p:spPr>
            <p:txBody>
              <a:bodyPr/>
              <a:lstStyle/>
              <a:p>
                <a:r>
                  <a:rPr lang="en-US">
                    <a:noFill/>
                  </a:rPr>
                  <a:t> </a:t>
                </a:r>
              </a:p>
            </p:txBody>
          </p:sp>
        </mc:Fallback>
      </mc:AlternateContent>
      <p:cxnSp>
        <p:nvCxnSpPr>
          <p:cNvPr id="36" name="Straight Arrow Connector 35">
            <a:extLst>
              <a:ext uri="{FF2B5EF4-FFF2-40B4-BE49-F238E27FC236}">
                <a16:creationId xmlns:a16="http://schemas.microsoft.com/office/drawing/2014/main" id="{D7DA7BA7-513D-141E-4DE7-9C4E3F4F7AB6}"/>
              </a:ext>
            </a:extLst>
          </p:cNvPr>
          <p:cNvCxnSpPr/>
          <p:nvPr/>
        </p:nvCxnSpPr>
        <p:spPr>
          <a:xfrm flipV="1">
            <a:off x="5823403" y="4468709"/>
            <a:ext cx="0" cy="3123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9291EBA0-53EA-F119-0AFA-E1D964A3AC27}"/>
              </a:ext>
            </a:extLst>
          </p:cNvPr>
          <p:cNvCxnSpPr>
            <a:cxnSpLocks/>
          </p:cNvCxnSpPr>
          <p:nvPr/>
        </p:nvCxnSpPr>
        <p:spPr>
          <a:xfrm flipH="1" flipV="1">
            <a:off x="5542338" y="4597487"/>
            <a:ext cx="270361" cy="1965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DDEB37B8-4902-3FA7-79E5-A06C0C6D1F05}"/>
              </a:ext>
            </a:extLst>
          </p:cNvPr>
          <p:cNvCxnSpPr>
            <a:cxnSpLocks/>
          </p:cNvCxnSpPr>
          <p:nvPr/>
        </p:nvCxnSpPr>
        <p:spPr>
          <a:xfrm>
            <a:off x="5812699" y="4801950"/>
            <a:ext cx="294001"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834484E-60FF-5335-15C5-D628F43A7064}"/>
                  </a:ext>
                </a:extLst>
              </p:cNvPr>
              <p:cNvSpPr txBox="1"/>
              <p:nvPr/>
            </p:nvSpPr>
            <p:spPr>
              <a:xfrm>
                <a:off x="5241312" y="4502680"/>
                <a:ext cx="3878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𝑑𝑥</m:t>
                          </m:r>
                        </m:sub>
                      </m:sSub>
                    </m:oMath>
                  </m:oMathPara>
                </a14:m>
                <a:endParaRPr lang="en-US" dirty="0"/>
              </a:p>
            </p:txBody>
          </p:sp>
        </mc:Choice>
        <mc:Fallback xmlns="">
          <p:sp>
            <p:nvSpPr>
              <p:cNvPr id="39" name="TextBox 38">
                <a:extLst>
                  <a:ext uri="{FF2B5EF4-FFF2-40B4-BE49-F238E27FC236}">
                    <a16:creationId xmlns:a16="http://schemas.microsoft.com/office/drawing/2014/main" id="{A834484E-60FF-5335-15C5-D628F43A7064}"/>
                  </a:ext>
                </a:extLst>
              </p:cNvPr>
              <p:cNvSpPr txBox="1">
                <a:spLocks noRot="1" noChangeAspect="1" noMove="1" noResize="1" noEditPoints="1" noAdjustHandles="1" noChangeArrowheads="1" noChangeShapeType="1" noTextEdit="1"/>
              </p:cNvSpPr>
              <p:nvPr/>
            </p:nvSpPr>
            <p:spPr>
              <a:xfrm>
                <a:off x="5241312" y="4502680"/>
                <a:ext cx="387862" cy="276999"/>
              </a:xfrm>
              <a:prstGeom prst="rect">
                <a:avLst/>
              </a:prstGeom>
              <a:blipFill>
                <a:blip r:embed="rId9"/>
                <a:stretch>
                  <a:fillRect l="-15873" r="-793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7F6BECC6-EA57-795C-7014-3167D889A8B6}"/>
                  </a:ext>
                </a:extLst>
              </p:cNvPr>
              <p:cNvSpPr txBox="1"/>
              <p:nvPr/>
            </p:nvSpPr>
            <p:spPr>
              <a:xfrm>
                <a:off x="5812699" y="4244386"/>
                <a:ext cx="395493" cy="298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𝑑𝑦</m:t>
                          </m:r>
                        </m:sub>
                      </m:sSub>
                    </m:oMath>
                  </m:oMathPara>
                </a14:m>
                <a:endParaRPr lang="en-US" dirty="0"/>
              </a:p>
            </p:txBody>
          </p:sp>
        </mc:Choice>
        <mc:Fallback xmlns="">
          <p:sp>
            <p:nvSpPr>
              <p:cNvPr id="40" name="TextBox 39">
                <a:extLst>
                  <a:ext uri="{FF2B5EF4-FFF2-40B4-BE49-F238E27FC236}">
                    <a16:creationId xmlns:a16="http://schemas.microsoft.com/office/drawing/2014/main" id="{7F6BECC6-EA57-795C-7014-3167D889A8B6}"/>
                  </a:ext>
                </a:extLst>
              </p:cNvPr>
              <p:cNvSpPr txBox="1">
                <a:spLocks noRot="1" noChangeAspect="1" noMove="1" noResize="1" noEditPoints="1" noAdjustHandles="1" noChangeArrowheads="1" noChangeShapeType="1" noTextEdit="1"/>
              </p:cNvSpPr>
              <p:nvPr/>
            </p:nvSpPr>
            <p:spPr>
              <a:xfrm>
                <a:off x="5812699" y="4244386"/>
                <a:ext cx="395493" cy="298928"/>
              </a:xfrm>
              <a:prstGeom prst="rect">
                <a:avLst/>
              </a:prstGeom>
              <a:blipFill>
                <a:blip r:embed="rId10"/>
                <a:stretch>
                  <a:fillRect l="-15625" r="-10938" b="-265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25A35349-E964-B33A-557A-DE39A74189E7}"/>
                  </a:ext>
                </a:extLst>
              </p:cNvPr>
              <p:cNvSpPr txBox="1"/>
              <p:nvPr/>
            </p:nvSpPr>
            <p:spPr>
              <a:xfrm>
                <a:off x="6120159" y="4606544"/>
                <a:ext cx="37747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𝑑𝑧</m:t>
                          </m:r>
                        </m:sub>
                      </m:sSub>
                    </m:oMath>
                  </m:oMathPara>
                </a14:m>
                <a:endParaRPr lang="en-US" dirty="0"/>
              </a:p>
            </p:txBody>
          </p:sp>
        </mc:Choice>
        <mc:Fallback xmlns="">
          <p:sp>
            <p:nvSpPr>
              <p:cNvPr id="41" name="TextBox 40">
                <a:extLst>
                  <a:ext uri="{FF2B5EF4-FFF2-40B4-BE49-F238E27FC236}">
                    <a16:creationId xmlns:a16="http://schemas.microsoft.com/office/drawing/2014/main" id="{25A35349-E964-B33A-557A-DE39A74189E7}"/>
                  </a:ext>
                </a:extLst>
              </p:cNvPr>
              <p:cNvSpPr txBox="1">
                <a:spLocks noRot="1" noChangeAspect="1" noMove="1" noResize="1" noEditPoints="1" noAdjustHandles="1" noChangeArrowheads="1" noChangeShapeType="1" noTextEdit="1"/>
              </p:cNvSpPr>
              <p:nvPr/>
            </p:nvSpPr>
            <p:spPr>
              <a:xfrm>
                <a:off x="6120159" y="4606544"/>
                <a:ext cx="377476" cy="276999"/>
              </a:xfrm>
              <a:prstGeom prst="rect">
                <a:avLst/>
              </a:prstGeom>
              <a:blipFill>
                <a:blip r:embed="rId11"/>
                <a:stretch>
                  <a:fillRect l="-16129" r="-6452" b="-26667"/>
                </a:stretch>
              </a:blipFill>
            </p:spPr>
            <p:txBody>
              <a:bodyPr/>
              <a:lstStyle/>
              <a:p>
                <a:r>
                  <a:rPr lang="en-US">
                    <a:noFill/>
                  </a:rPr>
                  <a:t> </a:t>
                </a:r>
              </a:p>
            </p:txBody>
          </p:sp>
        </mc:Fallback>
      </mc:AlternateContent>
      <p:cxnSp>
        <p:nvCxnSpPr>
          <p:cNvPr id="42" name="Straight Arrow Connector 41">
            <a:extLst>
              <a:ext uri="{FF2B5EF4-FFF2-40B4-BE49-F238E27FC236}">
                <a16:creationId xmlns:a16="http://schemas.microsoft.com/office/drawing/2014/main" id="{697593AB-EF44-7778-68C3-8A540883D7E1}"/>
              </a:ext>
            </a:extLst>
          </p:cNvPr>
          <p:cNvCxnSpPr/>
          <p:nvPr/>
        </p:nvCxnSpPr>
        <p:spPr>
          <a:xfrm flipV="1">
            <a:off x="4684377" y="1804927"/>
            <a:ext cx="0" cy="3123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9D62E3DC-889F-8860-75FD-FC99B5D7ADD7}"/>
              </a:ext>
            </a:extLst>
          </p:cNvPr>
          <p:cNvCxnSpPr>
            <a:cxnSpLocks/>
          </p:cNvCxnSpPr>
          <p:nvPr/>
        </p:nvCxnSpPr>
        <p:spPr>
          <a:xfrm flipH="1" flipV="1">
            <a:off x="4403312" y="1933705"/>
            <a:ext cx="270361" cy="1965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0E0207E0-6AE7-9D09-E876-AC2182329DB9}"/>
              </a:ext>
            </a:extLst>
          </p:cNvPr>
          <p:cNvCxnSpPr>
            <a:cxnSpLocks/>
          </p:cNvCxnSpPr>
          <p:nvPr/>
        </p:nvCxnSpPr>
        <p:spPr>
          <a:xfrm>
            <a:off x="4673673" y="2138168"/>
            <a:ext cx="294001"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2BE52224-C694-5023-39F0-9FB2525F4B3D}"/>
                  </a:ext>
                </a:extLst>
              </p:cNvPr>
              <p:cNvSpPr txBox="1"/>
              <p:nvPr/>
            </p:nvSpPr>
            <p:spPr>
              <a:xfrm>
                <a:off x="4182870" y="1605516"/>
                <a:ext cx="38145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𝑏𝑥</m:t>
                          </m:r>
                        </m:sub>
                      </m:sSub>
                    </m:oMath>
                  </m:oMathPara>
                </a14:m>
                <a:endParaRPr lang="en-US" dirty="0"/>
              </a:p>
            </p:txBody>
          </p:sp>
        </mc:Choice>
        <mc:Fallback xmlns="">
          <p:sp>
            <p:nvSpPr>
              <p:cNvPr id="45" name="TextBox 44">
                <a:extLst>
                  <a:ext uri="{FF2B5EF4-FFF2-40B4-BE49-F238E27FC236}">
                    <a16:creationId xmlns:a16="http://schemas.microsoft.com/office/drawing/2014/main" id="{2BE52224-C694-5023-39F0-9FB2525F4B3D}"/>
                  </a:ext>
                </a:extLst>
              </p:cNvPr>
              <p:cNvSpPr txBox="1">
                <a:spLocks noRot="1" noChangeAspect="1" noMove="1" noResize="1" noEditPoints="1" noAdjustHandles="1" noChangeArrowheads="1" noChangeShapeType="1" noTextEdit="1"/>
              </p:cNvSpPr>
              <p:nvPr/>
            </p:nvSpPr>
            <p:spPr>
              <a:xfrm>
                <a:off x="4182870" y="1605516"/>
                <a:ext cx="381450" cy="276999"/>
              </a:xfrm>
              <a:prstGeom prst="rect">
                <a:avLst/>
              </a:prstGeom>
              <a:blipFill>
                <a:blip r:embed="rId12"/>
                <a:stretch>
                  <a:fillRect l="-15873" r="-6349"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D0CBD13-E0CB-94E9-11DF-4659C3D69FC5}"/>
                  </a:ext>
                </a:extLst>
              </p:cNvPr>
              <p:cNvSpPr txBox="1"/>
              <p:nvPr/>
            </p:nvSpPr>
            <p:spPr>
              <a:xfrm>
                <a:off x="4673673" y="1580604"/>
                <a:ext cx="389081" cy="298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𝑏𝑦</m:t>
                          </m:r>
                        </m:sub>
                      </m:sSub>
                    </m:oMath>
                  </m:oMathPara>
                </a14:m>
                <a:endParaRPr lang="en-US" dirty="0"/>
              </a:p>
            </p:txBody>
          </p:sp>
        </mc:Choice>
        <mc:Fallback xmlns="">
          <p:sp>
            <p:nvSpPr>
              <p:cNvPr id="46" name="TextBox 45">
                <a:extLst>
                  <a:ext uri="{FF2B5EF4-FFF2-40B4-BE49-F238E27FC236}">
                    <a16:creationId xmlns:a16="http://schemas.microsoft.com/office/drawing/2014/main" id="{8D0CBD13-E0CB-94E9-11DF-4659C3D69FC5}"/>
                  </a:ext>
                </a:extLst>
              </p:cNvPr>
              <p:cNvSpPr txBox="1">
                <a:spLocks noRot="1" noChangeAspect="1" noMove="1" noResize="1" noEditPoints="1" noAdjustHandles="1" noChangeArrowheads="1" noChangeShapeType="1" noTextEdit="1"/>
              </p:cNvSpPr>
              <p:nvPr/>
            </p:nvSpPr>
            <p:spPr>
              <a:xfrm>
                <a:off x="4673673" y="1580604"/>
                <a:ext cx="389081" cy="298928"/>
              </a:xfrm>
              <a:prstGeom prst="rect">
                <a:avLst/>
              </a:prstGeom>
              <a:blipFill>
                <a:blip r:embed="rId13"/>
                <a:stretch>
                  <a:fillRect l="-15625" r="-9375" b="-265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337A273-A479-0089-B85D-09086CC661BB}"/>
                  </a:ext>
                </a:extLst>
              </p:cNvPr>
              <p:cNvSpPr txBox="1"/>
              <p:nvPr/>
            </p:nvSpPr>
            <p:spPr>
              <a:xfrm>
                <a:off x="4981133" y="1942762"/>
                <a:ext cx="37106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𝑏𝑧</m:t>
                          </m:r>
                        </m:sub>
                      </m:sSub>
                    </m:oMath>
                  </m:oMathPara>
                </a14:m>
                <a:endParaRPr lang="en-US" dirty="0"/>
              </a:p>
            </p:txBody>
          </p:sp>
        </mc:Choice>
        <mc:Fallback xmlns="">
          <p:sp>
            <p:nvSpPr>
              <p:cNvPr id="47" name="TextBox 46">
                <a:extLst>
                  <a:ext uri="{FF2B5EF4-FFF2-40B4-BE49-F238E27FC236}">
                    <a16:creationId xmlns:a16="http://schemas.microsoft.com/office/drawing/2014/main" id="{8337A273-A479-0089-B85D-09086CC661BB}"/>
                  </a:ext>
                </a:extLst>
              </p:cNvPr>
              <p:cNvSpPr txBox="1">
                <a:spLocks noRot="1" noChangeAspect="1" noMove="1" noResize="1" noEditPoints="1" noAdjustHandles="1" noChangeArrowheads="1" noChangeShapeType="1" noTextEdit="1"/>
              </p:cNvSpPr>
              <p:nvPr/>
            </p:nvSpPr>
            <p:spPr>
              <a:xfrm>
                <a:off x="4981133" y="1942762"/>
                <a:ext cx="371064" cy="276999"/>
              </a:xfrm>
              <a:prstGeom prst="rect">
                <a:avLst/>
              </a:prstGeom>
              <a:blipFill>
                <a:blip r:embed="rId14"/>
                <a:stretch>
                  <a:fillRect l="-16393" r="-6557" b="-26667"/>
                </a:stretch>
              </a:blipFill>
            </p:spPr>
            <p:txBody>
              <a:bodyPr/>
              <a:lstStyle/>
              <a:p>
                <a:r>
                  <a:rPr lang="en-US">
                    <a:noFill/>
                  </a:rPr>
                  <a:t> </a:t>
                </a:r>
              </a:p>
            </p:txBody>
          </p:sp>
        </mc:Fallback>
      </mc:AlternateContent>
      <p:sp>
        <p:nvSpPr>
          <p:cNvPr id="48" name="Rectangle 47">
            <a:extLst>
              <a:ext uri="{FF2B5EF4-FFF2-40B4-BE49-F238E27FC236}">
                <a16:creationId xmlns:a16="http://schemas.microsoft.com/office/drawing/2014/main" id="{EA50C304-94CB-A094-D7FB-746432B80260}"/>
              </a:ext>
            </a:extLst>
          </p:cNvPr>
          <p:cNvSpPr/>
          <p:nvPr/>
        </p:nvSpPr>
        <p:spPr>
          <a:xfrm>
            <a:off x="1178312" y="1092052"/>
            <a:ext cx="164785" cy="195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1AFC6A32-2271-49B1-B391-18D74C772FEF}"/>
              </a:ext>
            </a:extLst>
          </p:cNvPr>
          <p:cNvSpPr/>
          <p:nvPr/>
        </p:nvSpPr>
        <p:spPr>
          <a:xfrm rot="2289981">
            <a:off x="1221939" y="1151107"/>
            <a:ext cx="838475" cy="52329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ACB52456-3DF4-BAFB-E294-1E985EE84F07}"/>
              </a:ext>
            </a:extLst>
          </p:cNvPr>
          <p:cNvSpPr/>
          <p:nvPr/>
        </p:nvSpPr>
        <p:spPr>
          <a:xfrm>
            <a:off x="2976303" y="2497147"/>
            <a:ext cx="109063" cy="195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B2AC0BCB-3955-0BA9-3A54-0BA3EB72960E}"/>
              </a:ext>
            </a:extLst>
          </p:cNvPr>
          <p:cNvSpPr/>
          <p:nvPr/>
        </p:nvSpPr>
        <p:spPr>
          <a:xfrm>
            <a:off x="2416050" y="2125687"/>
            <a:ext cx="164785" cy="195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3953AA54-683E-8A0C-4DD1-8F1DEB7C0B5B}"/>
              </a:ext>
            </a:extLst>
          </p:cNvPr>
          <p:cNvSpPr/>
          <p:nvPr/>
        </p:nvSpPr>
        <p:spPr>
          <a:xfrm>
            <a:off x="2347308" y="1974088"/>
            <a:ext cx="164785" cy="1950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Arrow Connector 52">
            <a:extLst>
              <a:ext uri="{FF2B5EF4-FFF2-40B4-BE49-F238E27FC236}">
                <a16:creationId xmlns:a16="http://schemas.microsoft.com/office/drawing/2014/main" id="{171BA65D-6CD4-C5C8-08E3-99EE88AD0560}"/>
              </a:ext>
            </a:extLst>
          </p:cNvPr>
          <p:cNvCxnSpPr>
            <a:cxnSpLocks/>
          </p:cNvCxnSpPr>
          <p:nvPr/>
        </p:nvCxnSpPr>
        <p:spPr>
          <a:xfrm flipH="1" flipV="1">
            <a:off x="2385744" y="2292683"/>
            <a:ext cx="270361" cy="1965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B90E4A43-A9CC-2B9C-085B-128CEAB359B7}"/>
              </a:ext>
            </a:extLst>
          </p:cNvPr>
          <p:cNvCxnSpPr>
            <a:cxnSpLocks/>
          </p:cNvCxnSpPr>
          <p:nvPr/>
        </p:nvCxnSpPr>
        <p:spPr>
          <a:xfrm>
            <a:off x="2656105" y="2497146"/>
            <a:ext cx="294001"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613D6CAA-0F91-DD70-4D1B-004314F14F79}"/>
                  </a:ext>
                </a:extLst>
              </p:cNvPr>
              <p:cNvSpPr txBox="1"/>
              <p:nvPr/>
            </p:nvSpPr>
            <p:spPr>
              <a:xfrm>
                <a:off x="2165302" y="1964494"/>
                <a:ext cx="36221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𝑠𝑥</m:t>
                          </m:r>
                        </m:sub>
                      </m:sSub>
                    </m:oMath>
                  </m:oMathPara>
                </a14:m>
                <a:endParaRPr lang="en-US" dirty="0"/>
              </a:p>
            </p:txBody>
          </p:sp>
        </mc:Choice>
        <mc:Fallback xmlns="">
          <p:sp>
            <p:nvSpPr>
              <p:cNvPr id="55" name="TextBox 54">
                <a:extLst>
                  <a:ext uri="{FF2B5EF4-FFF2-40B4-BE49-F238E27FC236}">
                    <a16:creationId xmlns:a16="http://schemas.microsoft.com/office/drawing/2014/main" id="{613D6CAA-0F91-DD70-4D1B-004314F14F79}"/>
                  </a:ext>
                </a:extLst>
              </p:cNvPr>
              <p:cNvSpPr txBox="1">
                <a:spLocks noRot="1" noChangeAspect="1" noMove="1" noResize="1" noEditPoints="1" noAdjustHandles="1" noChangeArrowheads="1" noChangeShapeType="1" noTextEdit="1"/>
              </p:cNvSpPr>
              <p:nvPr/>
            </p:nvSpPr>
            <p:spPr>
              <a:xfrm>
                <a:off x="2165302" y="1964494"/>
                <a:ext cx="362215" cy="276999"/>
              </a:xfrm>
              <a:prstGeom prst="rect">
                <a:avLst/>
              </a:prstGeom>
              <a:blipFill>
                <a:blip r:embed="rId15"/>
                <a:stretch>
                  <a:fillRect l="-16667" r="-3333"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D608F7F6-B96E-1843-FA40-23CF5EB0711D}"/>
                  </a:ext>
                </a:extLst>
              </p:cNvPr>
              <p:cNvSpPr txBox="1"/>
              <p:nvPr/>
            </p:nvSpPr>
            <p:spPr>
              <a:xfrm>
                <a:off x="2520014" y="1864481"/>
                <a:ext cx="369845" cy="298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𝑠𝑦</m:t>
                          </m:r>
                        </m:sub>
                      </m:sSub>
                    </m:oMath>
                  </m:oMathPara>
                </a14:m>
                <a:endParaRPr lang="en-US" dirty="0"/>
              </a:p>
            </p:txBody>
          </p:sp>
        </mc:Choice>
        <mc:Fallback xmlns="">
          <p:sp>
            <p:nvSpPr>
              <p:cNvPr id="56" name="TextBox 55">
                <a:extLst>
                  <a:ext uri="{FF2B5EF4-FFF2-40B4-BE49-F238E27FC236}">
                    <a16:creationId xmlns:a16="http://schemas.microsoft.com/office/drawing/2014/main" id="{D608F7F6-B96E-1843-FA40-23CF5EB0711D}"/>
                  </a:ext>
                </a:extLst>
              </p:cNvPr>
              <p:cNvSpPr txBox="1">
                <a:spLocks noRot="1" noChangeAspect="1" noMove="1" noResize="1" noEditPoints="1" noAdjustHandles="1" noChangeArrowheads="1" noChangeShapeType="1" noTextEdit="1"/>
              </p:cNvSpPr>
              <p:nvPr/>
            </p:nvSpPr>
            <p:spPr>
              <a:xfrm>
                <a:off x="2520014" y="1864481"/>
                <a:ext cx="369845" cy="298928"/>
              </a:xfrm>
              <a:prstGeom prst="rect">
                <a:avLst/>
              </a:prstGeom>
              <a:blipFill>
                <a:blip r:embed="rId16"/>
                <a:stretch>
                  <a:fillRect l="-16393" r="-6557" b="-204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E9BEE8B2-F5B2-A67A-C6B4-E3A6969047ED}"/>
                  </a:ext>
                </a:extLst>
              </p:cNvPr>
              <p:cNvSpPr txBox="1"/>
              <p:nvPr/>
            </p:nvSpPr>
            <p:spPr>
              <a:xfrm>
                <a:off x="2798589" y="2172868"/>
                <a:ext cx="3518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𝑠𝑧</m:t>
                          </m:r>
                        </m:sub>
                      </m:sSub>
                    </m:oMath>
                  </m:oMathPara>
                </a14:m>
                <a:endParaRPr lang="en-US" dirty="0"/>
              </a:p>
            </p:txBody>
          </p:sp>
        </mc:Choice>
        <mc:Fallback xmlns="">
          <p:sp>
            <p:nvSpPr>
              <p:cNvPr id="57" name="TextBox 56">
                <a:extLst>
                  <a:ext uri="{FF2B5EF4-FFF2-40B4-BE49-F238E27FC236}">
                    <a16:creationId xmlns:a16="http://schemas.microsoft.com/office/drawing/2014/main" id="{E9BEE8B2-F5B2-A67A-C6B4-E3A6969047ED}"/>
                  </a:ext>
                </a:extLst>
              </p:cNvPr>
              <p:cNvSpPr txBox="1">
                <a:spLocks noRot="1" noChangeAspect="1" noMove="1" noResize="1" noEditPoints="1" noAdjustHandles="1" noChangeArrowheads="1" noChangeShapeType="1" noTextEdit="1"/>
              </p:cNvSpPr>
              <p:nvPr/>
            </p:nvSpPr>
            <p:spPr>
              <a:xfrm>
                <a:off x="2798589" y="2172868"/>
                <a:ext cx="351828" cy="276999"/>
              </a:xfrm>
              <a:prstGeom prst="rect">
                <a:avLst/>
              </a:prstGeom>
              <a:blipFill>
                <a:blip r:embed="rId17"/>
                <a:stretch>
                  <a:fillRect l="-17241" r="-3448" b="-23913"/>
                </a:stretch>
              </a:blipFill>
            </p:spPr>
            <p:txBody>
              <a:bodyPr/>
              <a:lstStyle/>
              <a:p>
                <a:r>
                  <a:rPr lang="en-US">
                    <a:noFill/>
                  </a:rPr>
                  <a:t> </a:t>
                </a:r>
              </a:p>
            </p:txBody>
          </p:sp>
        </mc:Fallback>
      </mc:AlternateContent>
      <p:cxnSp>
        <p:nvCxnSpPr>
          <p:cNvPr id="58" name="Straight Arrow Connector 57">
            <a:extLst>
              <a:ext uri="{FF2B5EF4-FFF2-40B4-BE49-F238E27FC236}">
                <a16:creationId xmlns:a16="http://schemas.microsoft.com/office/drawing/2014/main" id="{170DC856-DE3D-D1DF-FE5E-9799D4B549B6}"/>
              </a:ext>
            </a:extLst>
          </p:cNvPr>
          <p:cNvCxnSpPr/>
          <p:nvPr/>
        </p:nvCxnSpPr>
        <p:spPr>
          <a:xfrm flipV="1">
            <a:off x="2656105" y="2178040"/>
            <a:ext cx="0" cy="3123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A7F66A0E-2E4C-8BCB-098E-556F4A99711E}"/>
              </a:ext>
            </a:extLst>
          </p:cNvPr>
          <p:cNvCxnSpPr/>
          <p:nvPr/>
        </p:nvCxnSpPr>
        <p:spPr>
          <a:xfrm flipV="1">
            <a:off x="9946526" y="2862970"/>
            <a:ext cx="0" cy="31237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BFE43CD2-20B0-7604-D8D6-96D840156ED5}"/>
              </a:ext>
            </a:extLst>
          </p:cNvPr>
          <p:cNvCxnSpPr>
            <a:cxnSpLocks/>
          </p:cNvCxnSpPr>
          <p:nvPr/>
        </p:nvCxnSpPr>
        <p:spPr>
          <a:xfrm flipH="1" flipV="1">
            <a:off x="9665461" y="2991748"/>
            <a:ext cx="270361" cy="1965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FCBF7192-7070-8F6D-5B48-1E0E49F82427}"/>
              </a:ext>
            </a:extLst>
          </p:cNvPr>
          <p:cNvCxnSpPr>
            <a:cxnSpLocks/>
          </p:cNvCxnSpPr>
          <p:nvPr/>
        </p:nvCxnSpPr>
        <p:spPr>
          <a:xfrm>
            <a:off x="9935822" y="3196211"/>
            <a:ext cx="294001"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CD814D44-8B92-B6D3-BA6B-1FB4FD614224}"/>
                  </a:ext>
                </a:extLst>
              </p:cNvPr>
              <p:cNvSpPr txBox="1"/>
              <p:nvPr/>
            </p:nvSpPr>
            <p:spPr>
              <a:xfrm>
                <a:off x="9445019" y="2663559"/>
                <a:ext cx="38145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𝑏𝑥</m:t>
                          </m:r>
                        </m:sub>
                      </m:sSub>
                    </m:oMath>
                  </m:oMathPara>
                </a14:m>
                <a:endParaRPr lang="en-US" dirty="0"/>
              </a:p>
            </p:txBody>
          </p:sp>
        </mc:Choice>
        <mc:Fallback xmlns="">
          <p:sp>
            <p:nvSpPr>
              <p:cNvPr id="62" name="TextBox 61">
                <a:extLst>
                  <a:ext uri="{FF2B5EF4-FFF2-40B4-BE49-F238E27FC236}">
                    <a16:creationId xmlns:a16="http://schemas.microsoft.com/office/drawing/2014/main" id="{CD814D44-8B92-B6D3-BA6B-1FB4FD614224}"/>
                  </a:ext>
                </a:extLst>
              </p:cNvPr>
              <p:cNvSpPr txBox="1">
                <a:spLocks noRot="1" noChangeAspect="1" noMove="1" noResize="1" noEditPoints="1" noAdjustHandles="1" noChangeArrowheads="1" noChangeShapeType="1" noTextEdit="1"/>
              </p:cNvSpPr>
              <p:nvPr/>
            </p:nvSpPr>
            <p:spPr>
              <a:xfrm>
                <a:off x="9445019" y="2663559"/>
                <a:ext cx="381450" cy="276999"/>
              </a:xfrm>
              <a:prstGeom prst="rect">
                <a:avLst/>
              </a:prstGeom>
              <a:blipFill>
                <a:blip r:embed="rId18"/>
                <a:stretch>
                  <a:fillRect l="-15873" r="-6349"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E2BF2BEE-AE6C-6691-64C0-5ED52708FC73}"/>
                  </a:ext>
                </a:extLst>
              </p:cNvPr>
              <p:cNvSpPr txBox="1"/>
              <p:nvPr/>
            </p:nvSpPr>
            <p:spPr>
              <a:xfrm>
                <a:off x="9935822" y="2638647"/>
                <a:ext cx="389081" cy="298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𝑏𝑦</m:t>
                          </m:r>
                        </m:sub>
                      </m:sSub>
                    </m:oMath>
                  </m:oMathPara>
                </a14:m>
                <a:endParaRPr lang="en-US" dirty="0"/>
              </a:p>
            </p:txBody>
          </p:sp>
        </mc:Choice>
        <mc:Fallback xmlns="">
          <p:sp>
            <p:nvSpPr>
              <p:cNvPr id="63" name="TextBox 62">
                <a:extLst>
                  <a:ext uri="{FF2B5EF4-FFF2-40B4-BE49-F238E27FC236}">
                    <a16:creationId xmlns:a16="http://schemas.microsoft.com/office/drawing/2014/main" id="{E2BF2BEE-AE6C-6691-64C0-5ED52708FC73}"/>
                  </a:ext>
                </a:extLst>
              </p:cNvPr>
              <p:cNvSpPr txBox="1">
                <a:spLocks noRot="1" noChangeAspect="1" noMove="1" noResize="1" noEditPoints="1" noAdjustHandles="1" noChangeArrowheads="1" noChangeShapeType="1" noTextEdit="1"/>
              </p:cNvSpPr>
              <p:nvPr/>
            </p:nvSpPr>
            <p:spPr>
              <a:xfrm>
                <a:off x="9935822" y="2638647"/>
                <a:ext cx="389081" cy="298928"/>
              </a:xfrm>
              <a:prstGeom prst="rect">
                <a:avLst/>
              </a:prstGeom>
              <a:blipFill>
                <a:blip r:embed="rId19"/>
                <a:stretch>
                  <a:fillRect l="-15625" r="-9375" b="-244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122F0D5B-D2C7-E3D7-766A-1819088E27A0}"/>
                  </a:ext>
                </a:extLst>
              </p:cNvPr>
              <p:cNvSpPr txBox="1"/>
              <p:nvPr/>
            </p:nvSpPr>
            <p:spPr>
              <a:xfrm>
                <a:off x="10243282" y="3000805"/>
                <a:ext cx="37106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𝑏𝑧</m:t>
                          </m:r>
                        </m:sub>
                      </m:sSub>
                    </m:oMath>
                  </m:oMathPara>
                </a14:m>
                <a:endParaRPr lang="en-US" dirty="0"/>
              </a:p>
            </p:txBody>
          </p:sp>
        </mc:Choice>
        <mc:Fallback xmlns="">
          <p:sp>
            <p:nvSpPr>
              <p:cNvPr id="64" name="TextBox 63">
                <a:extLst>
                  <a:ext uri="{FF2B5EF4-FFF2-40B4-BE49-F238E27FC236}">
                    <a16:creationId xmlns:a16="http://schemas.microsoft.com/office/drawing/2014/main" id="{122F0D5B-D2C7-E3D7-766A-1819088E27A0}"/>
                  </a:ext>
                </a:extLst>
              </p:cNvPr>
              <p:cNvSpPr txBox="1">
                <a:spLocks noRot="1" noChangeAspect="1" noMove="1" noResize="1" noEditPoints="1" noAdjustHandles="1" noChangeArrowheads="1" noChangeShapeType="1" noTextEdit="1"/>
              </p:cNvSpPr>
              <p:nvPr/>
            </p:nvSpPr>
            <p:spPr>
              <a:xfrm>
                <a:off x="10243282" y="3000805"/>
                <a:ext cx="371064" cy="276999"/>
              </a:xfrm>
              <a:prstGeom prst="rect">
                <a:avLst/>
              </a:prstGeom>
              <a:blipFill>
                <a:blip r:embed="rId20"/>
                <a:stretch>
                  <a:fillRect l="-16393" r="-6557" b="-23913"/>
                </a:stretch>
              </a:blipFill>
            </p:spPr>
            <p:txBody>
              <a:bodyPr/>
              <a:lstStyle/>
              <a:p>
                <a:r>
                  <a:rPr lang="en-US">
                    <a:noFill/>
                  </a:rPr>
                  <a:t> </a:t>
                </a:r>
              </a:p>
            </p:txBody>
          </p:sp>
        </mc:Fallback>
      </mc:AlternateContent>
      <p:sp>
        <p:nvSpPr>
          <p:cNvPr id="65" name="Rectangle 64">
            <a:extLst>
              <a:ext uri="{FF2B5EF4-FFF2-40B4-BE49-F238E27FC236}">
                <a16:creationId xmlns:a16="http://schemas.microsoft.com/office/drawing/2014/main" id="{F8DFD3B8-56CA-2DF0-4E78-C7E849272CD9}"/>
              </a:ext>
            </a:extLst>
          </p:cNvPr>
          <p:cNvSpPr/>
          <p:nvPr/>
        </p:nvSpPr>
        <p:spPr>
          <a:xfrm rot="2289981">
            <a:off x="1497132" y="3725400"/>
            <a:ext cx="838475" cy="52329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3CF8AF1D-EF83-7FB1-2DB4-B1276FE79DE1}"/>
              </a:ext>
            </a:extLst>
          </p:cNvPr>
          <p:cNvSpPr/>
          <p:nvPr/>
        </p:nvSpPr>
        <p:spPr>
          <a:xfrm rot="2289981">
            <a:off x="7602077" y="3871063"/>
            <a:ext cx="838475" cy="52329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Arrow: Curved Right 66">
            <a:extLst>
              <a:ext uri="{FF2B5EF4-FFF2-40B4-BE49-F238E27FC236}">
                <a16:creationId xmlns:a16="http://schemas.microsoft.com/office/drawing/2014/main" id="{A7074F3C-388C-B942-3D4A-33DBC1398D67}"/>
              </a:ext>
            </a:extLst>
          </p:cNvPr>
          <p:cNvSpPr/>
          <p:nvPr/>
        </p:nvSpPr>
        <p:spPr>
          <a:xfrm>
            <a:off x="1657955" y="4086362"/>
            <a:ext cx="493248" cy="493346"/>
          </a:xfrm>
          <a:prstGeom prst="curvedRightArrow">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68" name="Straight Arrow Connector 67">
            <a:extLst>
              <a:ext uri="{FF2B5EF4-FFF2-40B4-BE49-F238E27FC236}">
                <a16:creationId xmlns:a16="http://schemas.microsoft.com/office/drawing/2014/main" id="{9D3BA28B-AC17-EFD3-3AB1-4D214666DAF8}"/>
              </a:ext>
            </a:extLst>
          </p:cNvPr>
          <p:cNvCxnSpPr>
            <a:cxnSpLocks/>
          </p:cNvCxnSpPr>
          <p:nvPr/>
        </p:nvCxnSpPr>
        <p:spPr>
          <a:xfrm flipV="1">
            <a:off x="1969536" y="1782532"/>
            <a:ext cx="0" cy="2527483"/>
          </a:xfrm>
          <a:prstGeom prst="straightConnector1">
            <a:avLst/>
          </a:prstGeom>
          <a:ln w="38100">
            <a:solidFill>
              <a:schemeClr val="accent2">
                <a:lumMod val="75000"/>
              </a:schemeClr>
            </a:solidFill>
            <a:prstDash val="solid"/>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5A2FD1DD-B173-B5EB-C991-F53894736615}"/>
                  </a:ext>
                </a:extLst>
              </p:cNvPr>
              <p:cNvSpPr txBox="1"/>
              <p:nvPr/>
            </p:nvSpPr>
            <p:spPr>
              <a:xfrm>
                <a:off x="2163837" y="4163421"/>
                <a:ext cx="20851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𝜙</m:t>
                      </m:r>
                    </m:oMath>
                  </m:oMathPara>
                </a14:m>
                <a:endParaRPr lang="en-US" dirty="0"/>
              </a:p>
            </p:txBody>
          </p:sp>
        </mc:Choice>
        <mc:Fallback xmlns="">
          <p:sp>
            <p:nvSpPr>
              <p:cNvPr id="69" name="TextBox 68">
                <a:extLst>
                  <a:ext uri="{FF2B5EF4-FFF2-40B4-BE49-F238E27FC236}">
                    <a16:creationId xmlns:a16="http://schemas.microsoft.com/office/drawing/2014/main" id="{5A2FD1DD-B173-B5EB-C991-F53894736615}"/>
                  </a:ext>
                </a:extLst>
              </p:cNvPr>
              <p:cNvSpPr txBox="1">
                <a:spLocks noRot="1" noChangeAspect="1" noMove="1" noResize="1" noEditPoints="1" noAdjustHandles="1" noChangeArrowheads="1" noChangeShapeType="1" noTextEdit="1"/>
              </p:cNvSpPr>
              <p:nvPr/>
            </p:nvSpPr>
            <p:spPr>
              <a:xfrm>
                <a:off x="2163837" y="4163421"/>
                <a:ext cx="208519" cy="276999"/>
              </a:xfrm>
              <a:prstGeom prst="rect">
                <a:avLst/>
              </a:prstGeom>
              <a:blipFill>
                <a:blip r:embed="rId21"/>
                <a:stretch>
                  <a:fillRect l="-41176" r="-38235" b="-33333"/>
                </a:stretch>
              </a:blipFill>
            </p:spPr>
            <p:txBody>
              <a:bodyPr/>
              <a:lstStyle/>
              <a:p>
                <a:r>
                  <a:rPr lang="en-US">
                    <a:noFill/>
                  </a:rPr>
                  <a:t> </a:t>
                </a:r>
              </a:p>
            </p:txBody>
          </p:sp>
        </mc:Fallback>
      </mc:AlternateContent>
      <p:sp>
        <p:nvSpPr>
          <p:cNvPr id="70" name="Arrow: Curved Right 69">
            <a:extLst>
              <a:ext uri="{FF2B5EF4-FFF2-40B4-BE49-F238E27FC236}">
                <a16:creationId xmlns:a16="http://schemas.microsoft.com/office/drawing/2014/main" id="{3B0A95AF-268A-C7F3-7BD1-44987AF23E6E}"/>
              </a:ext>
            </a:extLst>
          </p:cNvPr>
          <p:cNvSpPr/>
          <p:nvPr/>
        </p:nvSpPr>
        <p:spPr>
          <a:xfrm rot="17938113">
            <a:off x="3135248" y="3621583"/>
            <a:ext cx="493248" cy="493346"/>
          </a:xfrm>
          <a:prstGeom prst="curvedRightArrow">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71" name="Straight Arrow Connector 70">
            <a:extLst>
              <a:ext uri="{FF2B5EF4-FFF2-40B4-BE49-F238E27FC236}">
                <a16:creationId xmlns:a16="http://schemas.microsoft.com/office/drawing/2014/main" id="{3CE635F0-3558-EDAA-93FB-87B8528E0FC6}"/>
              </a:ext>
            </a:extLst>
          </p:cNvPr>
          <p:cNvCxnSpPr>
            <a:cxnSpLocks/>
          </p:cNvCxnSpPr>
          <p:nvPr/>
        </p:nvCxnSpPr>
        <p:spPr>
          <a:xfrm flipH="1" flipV="1">
            <a:off x="1170503" y="2524973"/>
            <a:ext cx="2190938" cy="1326673"/>
          </a:xfrm>
          <a:prstGeom prst="straightConnector1">
            <a:avLst/>
          </a:prstGeom>
          <a:ln w="38100">
            <a:solidFill>
              <a:schemeClr val="accent2">
                <a:lumMod val="75000"/>
              </a:schemeClr>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EEC74764-6175-76F4-E19B-4BE7B787CC78}"/>
              </a:ext>
            </a:extLst>
          </p:cNvPr>
          <p:cNvCxnSpPr>
            <a:cxnSpLocks/>
          </p:cNvCxnSpPr>
          <p:nvPr/>
        </p:nvCxnSpPr>
        <p:spPr>
          <a:xfrm>
            <a:off x="3591161" y="3968336"/>
            <a:ext cx="288910" cy="168012"/>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6961711F-F26B-55F8-AC58-99601DAAF208}"/>
              </a:ext>
            </a:extLst>
          </p:cNvPr>
          <p:cNvCxnSpPr>
            <a:cxnSpLocks/>
          </p:cNvCxnSpPr>
          <p:nvPr/>
        </p:nvCxnSpPr>
        <p:spPr>
          <a:xfrm>
            <a:off x="1951570" y="4591884"/>
            <a:ext cx="0" cy="291659"/>
          </a:xfrm>
          <a:prstGeom prst="line">
            <a:avLst/>
          </a:prstGeom>
          <a:ln w="38100">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81732944-9070-E8A4-2F71-CF6676A8E741}"/>
              </a:ext>
            </a:extLst>
          </p:cNvPr>
          <p:cNvCxnSpPr>
            <a:cxnSpLocks/>
          </p:cNvCxnSpPr>
          <p:nvPr/>
        </p:nvCxnSpPr>
        <p:spPr>
          <a:xfrm>
            <a:off x="42588" y="3043912"/>
            <a:ext cx="182627" cy="0"/>
          </a:xfrm>
          <a:prstGeom prst="straightConnector1">
            <a:avLst/>
          </a:prstGeom>
          <a:ln w="57150">
            <a:solidFill>
              <a:srgbClr val="FFCC05"/>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75" name="Arrow: Curved Right 74">
            <a:extLst>
              <a:ext uri="{FF2B5EF4-FFF2-40B4-BE49-F238E27FC236}">
                <a16:creationId xmlns:a16="http://schemas.microsoft.com/office/drawing/2014/main" id="{A4CB3CB9-A0DE-09AC-0EE8-9A48AE9D7D53}"/>
              </a:ext>
            </a:extLst>
          </p:cNvPr>
          <p:cNvSpPr/>
          <p:nvPr/>
        </p:nvSpPr>
        <p:spPr>
          <a:xfrm rot="5400000">
            <a:off x="91166" y="2795874"/>
            <a:ext cx="493248" cy="493346"/>
          </a:xfrm>
          <a:prstGeom prst="curvedRightArrow">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76" name="Straight Arrow Connector 75">
            <a:extLst>
              <a:ext uri="{FF2B5EF4-FFF2-40B4-BE49-F238E27FC236}">
                <a16:creationId xmlns:a16="http://schemas.microsoft.com/office/drawing/2014/main" id="{6739279C-AF0A-A642-4382-B100DBB1E78C}"/>
              </a:ext>
            </a:extLst>
          </p:cNvPr>
          <p:cNvCxnSpPr>
            <a:cxnSpLocks/>
          </p:cNvCxnSpPr>
          <p:nvPr/>
        </p:nvCxnSpPr>
        <p:spPr>
          <a:xfrm>
            <a:off x="368875" y="3019157"/>
            <a:ext cx="300016" cy="0"/>
          </a:xfrm>
          <a:prstGeom prst="straightConnector1">
            <a:avLst/>
          </a:prstGeom>
          <a:ln w="57150">
            <a:solidFill>
              <a:srgbClr val="FFCC05"/>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44D26037-50FE-9AD2-A2B4-2F4D0F456A4D}"/>
                  </a:ext>
                </a:extLst>
              </p:cNvPr>
              <p:cNvSpPr txBox="1"/>
              <p:nvPr/>
            </p:nvSpPr>
            <p:spPr>
              <a:xfrm>
                <a:off x="3397308" y="3462277"/>
                <a:ext cx="21826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𝜔</m:t>
                      </m:r>
                    </m:oMath>
                  </m:oMathPara>
                </a14:m>
                <a:endParaRPr lang="en-US" dirty="0"/>
              </a:p>
            </p:txBody>
          </p:sp>
        </mc:Choice>
        <mc:Fallback xmlns="">
          <p:sp>
            <p:nvSpPr>
              <p:cNvPr id="77" name="TextBox 76">
                <a:extLst>
                  <a:ext uri="{FF2B5EF4-FFF2-40B4-BE49-F238E27FC236}">
                    <a16:creationId xmlns:a16="http://schemas.microsoft.com/office/drawing/2014/main" id="{44D26037-50FE-9AD2-A2B4-2F4D0F456A4D}"/>
                  </a:ext>
                </a:extLst>
              </p:cNvPr>
              <p:cNvSpPr txBox="1">
                <a:spLocks noRot="1" noChangeAspect="1" noMove="1" noResize="1" noEditPoints="1" noAdjustHandles="1" noChangeArrowheads="1" noChangeShapeType="1" noTextEdit="1"/>
              </p:cNvSpPr>
              <p:nvPr/>
            </p:nvSpPr>
            <p:spPr>
              <a:xfrm>
                <a:off x="3397308" y="3462277"/>
                <a:ext cx="218265" cy="276999"/>
              </a:xfrm>
              <a:prstGeom prst="rect">
                <a:avLst/>
              </a:prstGeom>
              <a:blipFill>
                <a:blip r:embed="rId22"/>
                <a:stretch>
                  <a:fillRect l="-16667" r="-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1CBF88CA-18BE-7B3A-77A1-CC29FE8D3689}"/>
                  </a:ext>
                </a:extLst>
              </p:cNvPr>
              <p:cNvSpPr txBox="1"/>
              <p:nvPr/>
            </p:nvSpPr>
            <p:spPr>
              <a:xfrm>
                <a:off x="278248" y="3285145"/>
                <a:ext cx="1833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𝜒</m:t>
                      </m:r>
                    </m:oMath>
                  </m:oMathPara>
                </a14:m>
                <a:endParaRPr lang="en-US" dirty="0"/>
              </a:p>
            </p:txBody>
          </p:sp>
        </mc:Choice>
        <mc:Fallback xmlns="">
          <p:sp>
            <p:nvSpPr>
              <p:cNvPr id="78" name="TextBox 77">
                <a:extLst>
                  <a:ext uri="{FF2B5EF4-FFF2-40B4-BE49-F238E27FC236}">
                    <a16:creationId xmlns:a16="http://schemas.microsoft.com/office/drawing/2014/main" id="{1CBF88CA-18BE-7B3A-77A1-CC29FE8D3689}"/>
                  </a:ext>
                </a:extLst>
              </p:cNvPr>
              <p:cNvSpPr txBox="1">
                <a:spLocks noRot="1" noChangeAspect="1" noMove="1" noResize="1" noEditPoints="1" noAdjustHandles="1" noChangeArrowheads="1" noChangeShapeType="1" noTextEdit="1"/>
              </p:cNvSpPr>
              <p:nvPr/>
            </p:nvSpPr>
            <p:spPr>
              <a:xfrm>
                <a:off x="278248" y="3285145"/>
                <a:ext cx="183384" cy="276999"/>
              </a:xfrm>
              <a:prstGeom prst="rect">
                <a:avLst/>
              </a:prstGeom>
              <a:blipFill>
                <a:blip r:embed="rId23"/>
                <a:stretch>
                  <a:fillRect l="-33333" r="-30000" b="-22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1852CBEB-417A-F5F7-3A0E-D15807C6C874}"/>
                  </a:ext>
                </a:extLst>
              </p:cNvPr>
              <p:cNvSpPr txBox="1"/>
              <p:nvPr/>
            </p:nvSpPr>
            <p:spPr>
              <a:xfrm>
                <a:off x="6478237" y="4347364"/>
                <a:ext cx="6024129" cy="2374111"/>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𝜙</m:t>
                    </m:r>
                  </m:oMath>
                </a14:m>
                <a:r>
                  <a:rPr lang="en-US" dirty="0"/>
                  <a:t> = </a:t>
                </a:r>
                <a:r>
                  <a:rPr lang="en-US" dirty="0" err="1"/>
                  <a:t>sample_phi_deg</a:t>
                </a:r>
                <a:r>
                  <a:rPr lang="en-US" dirty="0"/>
                  <a:t> + </a:t>
                </a:r>
                <a:r>
                  <a:rPr lang="en-US" dirty="0" err="1"/>
                  <a:t>sample_phi_offset_deg</a:t>
                </a:r>
                <a:endParaRPr lang="en-US" dirty="0"/>
              </a:p>
              <a:p>
                <a:pPr marL="285750" indent="-28575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𝜔</m:t>
                    </m:r>
                  </m:oMath>
                </a14:m>
                <a:r>
                  <a:rPr lang="en-US" dirty="0"/>
                  <a:t> = </a:t>
                </a:r>
                <a:r>
                  <a:rPr lang="en-US" dirty="0" err="1"/>
                  <a:t>sample_omega_deg</a:t>
                </a:r>
                <a:r>
                  <a:rPr lang="en-US" dirty="0"/>
                  <a:t> + </a:t>
                </a:r>
                <a:r>
                  <a:rPr lang="en-US" dirty="0" err="1"/>
                  <a:t>sample_omega_offset_deg</a:t>
                </a:r>
                <a:endParaRPr lang="en-US" dirty="0"/>
              </a:p>
              <a:p>
                <a:pPr marL="285750" indent="-28575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𝜒</m:t>
                    </m:r>
                  </m:oMath>
                </a14:m>
                <a:r>
                  <a:rPr lang="en-US" dirty="0"/>
                  <a:t>= </a:t>
                </a:r>
                <a:r>
                  <a:rPr lang="en-US" dirty="0" err="1"/>
                  <a:t>sample_chi_deg</a:t>
                </a:r>
                <a:r>
                  <a:rPr lang="en-US" dirty="0"/>
                  <a:t> + </a:t>
                </a:r>
                <a:r>
                  <a:rPr lang="en-US" dirty="0" err="1"/>
                  <a:t>sample_chi_offset_deg</a:t>
                </a:r>
                <a:endParaRPr lang="en-US" dirty="0"/>
              </a:p>
              <a:p>
                <a:pPr marL="285750"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𝑠𝑥</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𝑠𝑦</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𝑠𝑧</m:t>
                        </m:r>
                      </m:sub>
                    </m:sSub>
                  </m:oMath>
                </a14:m>
                <a:r>
                  <a:rPr lang="en-US" dirty="0"/>
                  <a:t> = </a:t>
                </a:r>
                <a:r>
                  <a:rPr lang="en-US" dirty="0" err="1"/>
                  <a:t>qsx</a:t>
                </a:r>
                <a:r>
                  <a:rPr lang="en-US" dirty="0"/>
                  <a:t>, </a:t>
                </a:r>
                <a:r>
                  <a:rPr lang="en-US" dirty="0" err="1"/>
                  <a:t>qsy</a:t>
                </a:r>
                <a:r>
                  <a:rPr lang="en-US" dirty="0"/>
                  <a:t>, </a:t>
                </a:r>
                <a:r>
                  <a:rPr lang="en-US" dirty="0" err="1"/>
                  <a:t>qsz</a:t>
                </a:r>
                <a:endParaRPr lang="en-US" dirty="0"/>
              </a:p>
              <a:p>
                <a:pPr marL="285750"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𝑑𝑥</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𝑑𝑦</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𝑑𝑧</m:t>
                        </m:r>
                      </m:sub>
                    </m:sSub>
                  </m:oMath>
                </a14:m>
                <a:r>
                  <a:rPr lang="en-US" dirty="0"/>
                  <a:t> = </a:t>
                </a:r>
                <a:r>
                  <a:rPr lang="en-US" dirty="0" err="1"/>
                  <a:t>qdx</a:t>
                </a:r>
                <a:r>
                  <a:rPr lang="en-US" dirty="0"/>
                  <a:t>, </a:t>
                </a:r>
                <a:r>
                  <a:rPr lang="en-US" dirty="0" err="1"/>
                  <a:t>qdy</a:t>
                </a:r>
                <a:r>
                  <a:rPr lang="en-US" dirty="0"/>
                  <a:t>, </a:t>
                </a:r>
                <a:r>
                  <a:rPr lang="en-US" dirty="0" err="1"/>
                  <a:t>qdz</a:t>
                </a:r>
                <a:endParaRPr lang="en-US" dirty="0"/>
              </a:p>
              <a:p>
                <a:pPr marL="285750" indent="-285750">
                  <a:buFont typeface="Arial" panose="020B0604020202020204" pitchFamily="34" charset="0"/>
                  <a:buChar char="•"/>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𝑏𝑥</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𝑏𝑦</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𝑏𝑧</m:t>
                        </m:r>
                      </m:sub>
                    </m:sSub>
                  </m:oMath>
                </a14:m>
                <a:r>
                  <a:rPr lang="en-US" dirty="0"/>
                  <a:t> = </a:t>
                </a:r>
                <a:r>
                  <a:rPr lang="en-US" dirty="0" err="1"/>
                  <a:t>qbx</a:t>
                </a:r>
                <a:r>
                  <a:rPr lang="en-US" dirty="0"/>
                  <a:t>, </a:t>
                </a:r>
                <a:r>
                  <a:rPr lang="en-US" dirty="0" err="1"/>
                  <a:t>qby</a:t>
                </a:r>
                <a:r>
                  <a:rPr lang="en-US" dirty="0"/>
                  <a:t>, </a:t>
                </a:r>
                <a:r>
                  <a:rPr lang="en-US" dirty="0" err="1"/>
                  <a:t>qbz</a:t>
                </a:r>
                <a:endParaRPr lang="en-US" dirty="0"/>
              </a:p>
              <a:p>
                <a:pPr marL="285750" indent="-285750">
                  <a:buFont typeface="Arial" panose="020B0604020202020204" pitchFamily="34" charset="0"/>
                  <a:buChar char="•"/>
                </a:pPr>
                <a:r>
                  <a:rPr lang="en-US" dirty="0"/>
                  <a:t>Any of the q variables can be written as pixels: </a:t>
                </a:r>
              </a:p>
              <a:p>
                <a:r>
                  <a:rPr lang="en-US" dirty="0"/>
                  <a:t>	e.g.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𝑑𝑥</m:t>
                        </m:r>
                      </m:sub>
                    </m:sSub>
                  </m:oMath>
                </a14:m>
                <a:r>
                  <a:rPr lang="en-US" dirty="0"/>
                  <a:t> to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𝑝𝑥</m:t>
                        </m:r>
                      </m:e>
                      <m:sub>
                        <m:r>
                          <a:rPr lang="en-US" b="0" i="1" smtClean="0">
                            <a:latin typeface="Cambria Math" panose="02040503050406030204" pitchFamily="18" charset="0"/>
                          </a:rPr>
                          <m:t>𝑑𝑥</m:t>
                        </m:r>
                      </m:sub>
                    </m:sSub>
                  </m:oMath>
                </a14:m>
                <a:r>
                  <a:rPr lang="en-US" dirty="0"/>
                  <a:t> or </a:t>
                </a:r>
                <a:r>
                  <a:rPr lang="en-US" dirty="0" err="1"/>
                  <a:t>qdx</a:t>
                </a:r>
                <a:r>
                  <a:rPr lang="en-US" dirty="0"/>
                  <a:t> to </a:t>
                </a:r>
                <a:r>
                  <a:rPr lang="en-US" dirty="0" err="1"/>
                  <a:t>pxdx</a:t>
                </a:r>
                <a:endParaRPr lang="en-US" dirty="0"/>
              </a:p>
            </p:txBody>
          </p:sp>
        </mc:Choice>
        <mc:Fallback xmlns="">
          <p:sp>
            <p:nvSpPr>
              <p:cNvPr id="79" name="TextBox 78">
                <a:extLst>
                  <a:ext uri="{FF2B5EF4-FFF2-40B4-BE49-F238E27FC236}">
                    <a16:creationId xmlns:a16="http://schemas.microsoft.com/office/drawing/2014/main" id="{1852CBEB-417A-F5F7-3A0E-D15807C6C874}"/>
                  </a:ext>
                </a:extLst>
              </p:cNvPr>
              <p:cNvSpPr txBox="1">
                <a:spLocks noRot="1" noChangeAspect="1" noMove="1" noResize="1" noEditPoints="1" noAdjustHandles="1" noChangeArrowheads="1" noChangeShapeType="1" noTextEdit="1"/>
              </p:cNvSpPr>
              <p:nvPr/>
            </p:nvSpPr>
            <p:spPr>
              <a:xfrm>
                <a:off x="6478237" y="4347364"/>
                <a:ext cx="6024129" cy="2374111"/>
              </a:xfrm>
              <a:prstGeom prst="rect">
                <a:avLst/>
              </a:prstGeom>
              <a:blipFill>
                <a:blip r:embed="rId24"/>
                <a:stretch>
                  <a:fillRect l="-709" t="-1026" b="-3333"/>
                </a:stretch>
              </a:blipFill>
            </p:spPr>
            <p:txBody>
              <a:bodyPr/>
              <a:lstStyle/>
              <a:p>
                <a:r>
                  <a:rPr lang="en-US">
                    <a:noFill/>
                  </a:rPr>
                  <a:t> </a:t>
                </a:r>
              </a:p>
            </p:txBody>
          </p:sp>
        </mc:Fallback>
      </mc:AlternateContent>
      <p:sp>
        <p:nvSpPr>
          <p:cNvPr id="80" name="TextBox 79">
            <a:extLst>
              <a:ext uri="{FF2B5EF4-FFF2-40B4-BE49-F238E27FC236}">
                <a16:creationId xmlns:a16="http://schemas.microsoft.com/office/drawing/2014/main" id="{F79E44AA-A82E-E462-D8C3-6F38A8DC2024}"/>
              </a:ext>
            </a:extLst>
          </p:cNvPr>
          <p:cNvSpPr txBox="1"/>
          <p:nvPr/>
        </p:nvSpPr>
        <p:spPr>
          <a:xfrm>
            <a:off x="112487" y="5525406"/>
            <a:ext cx="5962099" cy="923330"/>
          </a:xfrm>
          <a:prstGeom prst="rect">
            <a:avLst/>
          </a:prstGeom>
          <a:noFill/>
        </p:spPr>
        <p:txBody>
          <a:bodyPr wrap="square" rtlCol="0">
            <a:spAutoFit/>
          </a:bodyPr>
          <a:lstStyle/>
          <a:p>
            <a:pPr marL="285750" indent="-285750">
              <a:buFont typeface="Arial" panose="020B0604020202020204" pitchFamily="34" charset="0"/>
              <a:buChar char="•"/>
            </a:pPr>
            <a:r>
              <a:rPr lang="en-US" dirty="0"/>
              <a:t>Subscript “s” refers to sample based coordinates</a:t>
            </a:r>
          </a:p>
          <a:p>
            <a:pPr marL="285750" indent="-285750">
              <a:buFont typeface="Arial" panose="020B0604020202020204" pitchFamily="34" charset="0"/>
              <a:buChar char="•"/>
            </a:pPr>
            <a:r>
              <a:rPr lang="en-US" dirty="0"/>
              <a:t>Subscript “b” refers to beam source based coordinates</a:t>
            </a:r>
          </a:p>
          <a:p>
            <a:pPr marL="285750" indent="-285750">
              <a:buFont typeface="Arial" panose="020B0604020202020204" pitchFamily="34" charset="0"/>
              <a:buChar char="•"/>
            </a:pPr>
            <a:r>
              <a:rPr lang="en-US" dirty="0"/>
              <a:t>Subscript “d” refers to detector based coordinates</a:t>
            </a:r>
          </a:p>
        </p:txBody>
      </p:sp>
      <p:sp>
        <p:nvSpPr>
          <p:cNvPr id="81" name="Arc 80">
            <a:extLst>
              <a:ext uri="{FF2B5EF4-FFF2-40B4-BE49-F238E27FC236}">
                <a16:creationId xmlns:a16="http://schemas.microsoft.com/office/drawing/2014/main" id="{4AB80ACF-B6E8-B735-A7D7-D2F84E9A57A5}"/>
              </a:ext>
            </a:extLst>
          </p:cNvPr>
          <p:cNvSpPr/>
          <p:nvPr/>
        </p:nvSpPr>
        <p:spPr>
          <a:xfrm rot="1432786">
            <a:off x="8642786" y="2717996"/>
            <a:ext cx="569210" cy="614331"/>
          </a:xfrm>
          <a:prstGeom prst="arc">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2" name="TextBox 81">
            <a:extLst>
              <a:ext uri="{FF2B5EF4-FFF2-40B4-BE49-F238E27FC236}">
                <a16:creationId xmlns:a16="http://schemas.microsoft.com/office/drawing/2014/main" id="{D3EBD3DF-7695-EDD3-BD2C-116704EC3E57}"/>
              </a:ext>
            </a:extLst>
          </p:cNvPr>
          <p:cNvSpPr txBox="1"/>
          <p:nvPr/>
        </p:nvSpPr>
        <p:spPr>
          <a:xfrm>
            <a:off x="8843645" y="3265329"/>
            <a:ext cx="2148922" cy="553998"/>
          </a:xfrm>
          <a:prstGeom prst="rect">
            <a:avLst/>
          </a:prstGeom>
          <a:noFill/>
        </p:spPr>
        <p:txBody>
          <a:bodyPr wrap="none" lIns="0" tIns="0" rIns="0" bIns="0" rtlCol="0">
            <a:spAutoFit/>
          </a:bodyPr>
          <a:lstStyle/>
          <a:p>
            <a:r>
              <a:rPr lang="en-US" dirty="0" err="1">
                <a:solidFill>
                  <a:srgbClr val="FF0000"/>
                </a:solidFill>
              </a:rPr>
              <a:t>detector_phi_deg</a:t>
            </a:r>
            <a:endParaRPr lang="en-US" dirty="0">
              <a:solidFill>
                <a:srgbClr val="FF0000"/>
              </a:solidFill>
            </a:endParaRPr>
          </a:p>
          <a:p>
            <a:r>
              <a:rPr lang="en-US" dirty="0">
                <a:solidFill>
                  <a:srgbClr val="FF0000"/>
                </a:solidFill>
              </a:rPr>
              <a:t>   – detector_phi0_deg</a:t>
            </a:r>
          </a:p>
        </p:txBody>
      </p:sp>
      <p:sp>
        <p:nvSpPr>
          <p:cNvPr id="83" name="TextBox 82">
            <a:extLst>
              <a:ext uri="{FF2B5EF4-FFF2-40B4-BE49-F238E27FC236}">
                <a16:creationId xmlns:a16="http://schemas.microsoft.com/office/drawing/2014/main" id="{662CD7AF-696C-F697-B1E8-45FB32740997}"/>
              </a:ext>
            </a:extLst>
          </p:cNvPr>
          <p:cNvSpPr txBox="1"/>
          <p:nvPr/>
        </p:nvSpPr>
        <p:spPr>
          <a:xfrm>
            <a:off x="9940184" y="791313"/>
            <a:ext cx="1972591" cy="553998"/>
          </a:xfrm>
          <a:prstGeom prst="rect">
            <a:avLst/>
          </a:prstGeom>
          <a:noFill/>
        </p:spPr>
        <p:txBody>
          <a:bodyPr wrap="none" lIns="0" tIns="0" rIns="0" bIns="0" rtlCol="0">
            <a:spAutoFit/>
          </a:bodyPr>
          <a:lstStyle/>
          <a:p>
            <a:r>
              <a:rPr lang="en-US" dirty="0" err="1">
                <a:solidFill>
                  <a:schemeClr val="accent3"/>
                </a:solidFill>
              </a:rPr>
              <a:t>detector_y_mm</a:t>
            </a:r>
            <a:endParaRPr lang="en-US" dirty="0">
              <a:solidFill>
                <a:schemeClr val="accent3"/>
              </a:solidFill>
            </a:endParaRPr>
          </a:p>
          <a:p>
            <a:r>
              <a:rPr lang="en-US" dirty="0">
                <a:solidFill>
                  <a:schemeClr val="accent3"/>
                </a:solidFill>
              </a:rPr>
              <a:t>   – detector_y0_mm</a:t>
            </a:r>
          </a:p>
        </p:txBody>
      </p:sp>
      <p:cxnSp>
        <p:nvCxnSpPr>
          <p:cNvPr id="85" name="Straight Arrow Connector 84">
            <a:extLst>
              <a:ext uri="{FF2B5EF4-FFF2-40B4-BE49-F238E27FC236}">
                <a16:creationId xmlns:a16="http://schemas.microsoft.com/office/drawing/2014/main" id="{20461AAE-526A-EFF4-A4EC-163127716F00}"/>
              </a:ext>
            </a:extLst>
          </p:cNvPr>
          <p:cNvCxnSpPr>
            <a:cxnSpLocks/>
          </p:cNvCxnSpPr>
          <p:nvPr/>
        </p:nvCxnSpPr>
        <p:spPr>
          <a:xfrm flipV="1">
            <a:off x="11724146" y="1462088"/>
            <a:ext cx="0" cy="848831"/>
          </a:xfrm>
          <a:prstGeom prst="straightConnector1">
            <a:avLst/>
          </a:prstGeom>
          <a:ln>
            <a:solidFill>
              <a:schemeClr val="accent3"/>
            </a:solidFill>
            <a:prstDash val="dash"/>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74B00AFC-E3BF-C0DE-E875-BEC9907A0F9D}"/>
                  </a:ext>
                </a:extLst>
              </p:cNvPr>
              <p:cNvSpPr txBox="1"/>
              <p:nvPr/>
            </p:nvSpPr>
            <p:spPr>
              <a:xfrm>
                <a:off x="8865851" y="2805330"/>
                <a:ext cx="32585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𝑑</m:t>
                          </m:r>
                        </m:sub>
                      </m:sSub>
                    </m:oMath>
                  </m:oMathPara>
                </a14:m>
                <a:endParaRPr lang="en-US" dirty="0">
                  <a:solidFill>
                    <a:srgbClr val="FF0000"/>
                  </a:solidFill>
                </a:endParaRPr>
              </a:p>
            </p:txBody>
          </p:sp>
        </mc:Choice>
        <mc:Fallback xmlns="">
          <p:sp>
            <p:nvSpPr>
              <p:cNvPr id="87" name="TextBox 86">
                <a:extLst>
                  <a:ext uri="{FF2B5EF4-FFF2-40B4-BE49-F238E27FC236}">
                    <a16:creationId xmlns:a16="http://schemas.microsoft.com/office/drawing/2014/main" id="{74B00AFC-E3BF-C0DE-E875-BEC9907A0F9D}"/>
                  </a:ext>
                </a:extLst>
              </p:cNvPr>
              <p:cNvSpPr txBox="1">
                <a:spLocks noRot="1" noChangeAspect="1" noMove="1" noResize="1" noEditPoints="1" noAdjustHandles="1" noChangeArrowheads="1" noChangeShapeType="1" noTextEdit="1"/>
              </p:cNvSpPr>
              <p:nvPr/>
            </p:nvSpPr>
            <p:spPr>
              <a:xfrm>
                <a:off x="8865851" y="2805330"/>
                <a:ext cx="325858" cy="276999"/>
              </a:xfrm>
              <a:prstGeom prst="rect">
                <a:avLst/>
              </a:prstGeom>
              <a:blipFill>
                <a:blip r:embed="rId25"/>
                <a:stretch>
                  <a:fillRect l="-24074" r="-7407" b="-32609"/>
                </a:stretch>
              </a:blipFill>
            </p:spPr>
            <p:txBody>
              <a:bodyPr/>
              <a:lstStyle/>
              <a:p>
                <a:r>
                  <a:rPr lang="en-US">
                    <a:noFill/>
                  </a:rPr>
                  <a:t> </a:t>
                </a:r>
              </a:p>
            </p:txBody>
          </p:sp>
        </mc:Fallback>
      </mc:AlternateContent>
    </p:spTree>
    <p:extLst>
      <p:ext uri="{BB962C8B-B14F-4D97-AF65-F5344CB8AC3E}">
        <p14:creationId xmlns:p14="http://schemas.microsoft.com/office/powerpoint/2010/main" val="2837329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2B88B-0AD2-06AA-7F2C-A8E31C34C327}"/>
              </a:ext>
            </a:extLst>
          </p:cNvPr>
          <p:cNvSpPr>
            <a:spLocks noGrp="1"/>
          </p:cNvSpPr>
          <p:nvPr>
            <p:ph type="title"/>
          </p:nvPr>
        </p:nvSpPr>
        <p:spPr/>
        <p:txBody>
          <a:bodyPr/>
          <a:lstStyle/>
          <a:p>
            <a:r>
              <a:rPr lang="en-US" dirty="0"/>
              <a:t>Rotations</a:t>
            </a:r>
          </a:p>
        </p:txBody>
      </p:sp>
      <p:sp>
        <p:nvSpPr>
          <p:cNvPr id="3" name="Content Placeholder 2">
            <a:extLst>
              <a:ext uri="{FF2B5EF4-FFF2-40B4-BE49-F238E27FC236}">
                <a16:creationId xmlns:a16="http://schemas.microsoft.com/office/drawing/2014/main" id="{97627DAC-D754-BA78-8D36-C6E5C98EB8D7}"/>
              </a:ext>
            </a:extLst>
          </p:cNvPr>
          <p:cNvSpPr>
            <a:spLocks noGrp="1"/>
          </p:cNvSpPr>
          <p:nvPr>
            <p:ph idx="1"/>
          </p:nvPr>
        </p:nvSpPr>
        <p:spPr>
          <a:xfrm>
            <a:off x="221885" y="1309164"/>
            <a:ext cx="11770046" cy="5321244"/>
          </a:xfrm>
        </p:spPr>
        <p:txBody>
          <a:bodyPr>
            <a:normAutofit fontScale="92500" lnSpcReduction="10000"/>
          </a:bodyPr>
          <a:lstStyle/>
          <a:p>
            <a:r>
              <a:rPr lang="en-US" dirty="0"/>
              <a:t>Active rotation = rotating an object in space, keep the coordinate system (also called alibi rotation)</a:t>
            </a:r>
          </a:p>
          <a:p>
            <a:pPr lvl="1"/>
            <a:r>
              <a:rPr lang="en-US" dirty="0"/>
              <a:t>Rotation matrix R</a:t>
            </a:r>
          </a:p>
          <a:p>
            <a:r>
              <a:rPr lang="en-US" dirty="0"/>
              <a:t>Passive rotation = rotating the coordinate system (also called alias rotation)</a:t>
            </a:r>
          </a:p>
          <a:p>
            <a:pPr lvl="1"/>
            <a:r>
              <a:rPr lang="en-US" dirty="0"/>
              <a:t>Passive transformation matrix Q = R</a:t>
            </a:r>
            <a:r>
              <a:rPr lang="en-US" baseline="30000" dirty="0"/>
              <a:t>-1</a:t>
            </a:r>
          </a:p>
          <a:p>
            <a:pPr marL="0" indent="0">
              <a:buNone/>
            </a:pPr>
            <a:endParaRPr lang="en-US" dirty="0"/>
          </a:p>
          <a:p>
            <a:pPr marL="0" indent="0">
              <a:buNone/>
            </a:pPr>
            <a:endParaRPr lang="en-US" dirty="0"/>
          </a:p>
          <a:p>
            <a:r>
              <a:rPr lang="en-US" dirty="0"/>
              <a:t>Intrinsic rotation = each rotation is performed on the coordinate system after the previous rotation</a:t>
            </a:r>
          </a:p>
          <a:p>
            <a:pPr lvl="1"/>
            <a:r>
              <a:rPr lang="en-US" dirty="0"/>
              <a:t>R = rotation 1 * rotation 2 * rotation 3</a:t>
            </a:r>
          </a:p>
          <a:p>
            <a:r>
              <a:rPr lang="en-US" dirty="0"/>
              <a:t>Extrinsic rotation = each rotation is performed from the original global coordinate system</a:t>
            </a:r>
          </a:p>
          <a:p>
            <a:pPr lvl="1"/>
            <a:r>
              <a:rPr lang="en-US" dirty="0"/>
              <a:t>R = rotation 3 * rotation 2 * rotation 1</a:t>
            </a:r>
          </a:p>
        </p:txBody>
      </p:sp>
    </p:spTree>
    <p:extLst>
      <p:ext uri="{BB962C8B-B14F-4D97-AF65-F5344CB8AC3E}">
        <p14:creationId xmlns:p14="http://schemas.microsoft.com/office/powerpoint/2010/main" val="1268166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298C6553-4CAB-612F-5473-8E77BC9172B3}"/>
                  </a:ext>
                </a:extLst>
              </p:cNvPr>
              <p:cNvSpPr txBox="1">
                <a:spLocks/>
              </p:cNvSpPr>
              <p:nvPr/>
            </p:nvSpPr>
            <p:spPr>
              <a:xfrm>
                <a:off x="230297" y="642633"/>
                <a:ext cx="5181600" cy="557273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Active Rotation Matrices</a:t>
                </a:r>
              </a:p>
              <a:p>
                <a:pPr marL="0" indent="0" algn="ctr">
                  <a:buFont typeface="Arial" panose="020B0604020202020204" pitchFamily="34" charset="0"/>
                  <a:buNone/>
                </a:pPr>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𝑋</m:t>
                          </m:r>
                        </m:sub>
                      </m:sSub>
                      <m:d>
                        <m:dPr>
                          <m:ctrlPr>
                            <a:rPr lang="en-US" i="1">
                              <a:latin typeface="Cambria Math" panose="02040503050406030204" pitchFamily="18" charset="0"/>
                            </a:rPr>
                          </m:ctrlPr>
                        </m:dPr>
                        <m:e>
                          <m:r>
                            <a:rPr lang="en-US" i="1">
                              <a:latin typeface="Cambria Math" panose="02040503050406030204" pitchFamily="18" charset="0"/>
                            </a:rPr>
                            <m:t>𝑢</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r>
                                  <a:rPr lang="en-US" i="1">
                                    <a:latin typeface="Cambria Math" panose="02040503050406030204" pitchFamily="18" charset="0"/>
                                  </a:rPr>
                                  <m:t>0</m:t>
                                </m:r>
                              </m:e>
                              <m:e>
                                <m:r>
                                  <a:rPr lang="en-US" i="1">
                                    <a:latin typeface="Cambria Math" panose="02040503050406030204" pitchFamily="18" charset="0"/>
                                  </a:rPr>
                                  <m:t>0</m:t>
                                </m:r>
                              </m:e>
                            </m:mr>
                            <m:mr>
                              <m:e>
                                <m:r>
                                  <a:rPr lang="en-US" i="1">
                                    <a:latin typeface="Cambria Math" panose="02040503050406030204" pitchFamily="18" charset="0"/>
                                  </a:rPr>
                                  <m:t>0</m:t>
                                </m:r>
                              </m:e>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d>
                                      <m:dPr>
                                        <m:ctrlPr>
                                          <a:rPr lang="en-US" i="1">
                                            <a:latin typeface="Cambria Math" panose="02040503050406030204" pitchFamily="18" charset="0"/>
                                          </a:rPr>
                                        </m:ctrlPr>
                                      </m:dPr>
                                      <m:e>
                                        <m:r>
                                          <a:rPr lang="en-US" b="0" i="1" smtClean="0">
                                            <a:latin typeface="Cambria Math" panose="02040503050406030204" pitchFamily="18" charset="0"/>
                                          </a:rPr>
                                          <m:t>𝜔</m:t>
                                        </m:r>
                                      </m:e>
                                    </m:d>
                                  </m:e>
                                </m:func>
                              </m:e>
                              <m:e>
                                <m:r>
                                  <a:rPr lang="en-US" i="1">
                                    <a:latin typeface="Cambria Math" panose="02040503050406030204" pitchFamily="18" charset="0"/>
                                  </a:rPr>
                                  <m:t>−</m:t>
                                </m:r>
                                <m:r>
                                  <m:rPr>
                                    <m:sty m:val="p"/>
                                  </m:rPr>
                                  <a:rPr lang="en-US">
                                    <a:latin typeface="Cambria Math" panose="02040503050406030204" pitchFamily="18" charset="0"/>
                                  </a:rPr>
                                  <m:t>sin</m:t>
                                </m:r>
                                <m:r>
                                  <a:rPr lang="en-US" i="1">
                                    <a:latin typeface="Cambria Math" panose="02040503050406030204" pitchFamily="18" charset="0"/>
                                  </a:rPr>
                                  <m:t>⁡(</m:t>
                                </m:r>
                                <m:r>
                                  <a:rPr lang="en-US" b="0" i="1" smtClean="0">
                                    <a:latin typeface="Cambria Math" panose="02040503050406030204" pitchFamily="18" charset="0"/>
                                  </a:rPr>
                                  <m:t>𝜔</m:t>
                                </m:r>
                                <m:r>
                                  <a:rPr lang="en-US" i="1">
                                    <a:latin typeface="Cambria Math" panose="02040503050406030204" pitchFamily="18" charset="0"/>
                                  </a:rPr>
                                  <m:t>)</m:t>
                                </m:r>
                              </m:e>
                            </m:mr>
                            <m:mr>
                              <m:e>
                                <m:r>
                                  <a:rPr lang="en-US" i="1">
                                    <a:latin typeface="Cambria Math" panose="02040503050406030204" pitchFamily="18" charset="0"/>
                                  </a:rPr>
                                  <m:t>0</m:t>
                                </m:r>
                              </m:e>
                              <m:e>
                                <m:r>
                                  <m:rPr>
                                    <m:sty m:val="p"/>
                                  </m:rPr>
                                  <a:rPr lang="en-US">
                                    <a:latin typeface="Cambria Math" panose="02040503050406030204" pitchFamily="18" charset="0"/>
                                  </a:rPr>
                                  <m:t>sin</m:t>
                                </m:r>
                                <m:r>
                                  <a:rPr lang="en-US" i="1">
                                    <a:latin typeface="Cambria Math" panose="02040503050406030204" pitchFamily="18" charset="0"/>
                                  </a:rPr>
                                  <m:t>⁡(</m:t>
                                </m:r>
                                <m:r>
                                  <a:rPr lang="en-US" b="0" i="1" smtClean="0">
                                    <a:latin typeface="Cambria Math" panose="02040503050406030204" pitchFamily="18" charset="0"/>
                                  </a:rPr>
                                  <m:t>𝜔</m:t>
                                </m:r>
                                <m:r>
                                  <a:rPr lang="en-US" i="1">
                                    <a:latin typeface="Cambria Math" panose="02040503050406030204" pitchFamily="18" charset="0"/>
                                  </a:rPr>
                                  <m:t>)</m:t>
                                </m:r>
                              </m:e>
                              <m:e>
                                <m:r>
                                  <m:rPr>
                                    <m:sty m:val="p"/>
                                  </m:rPr>
                                  <a:rPr lang="en-US">
                                    <a:latin typeface="Cambria Math" panose="02040503050406030204" pitchFamily="18" charset="0"/>
                                  </a:rPr>
                                  <m:t>cos</m:t>
                                </m:r>
                                <m:r>
                                  <a:rPr lang="en-US" i="1">
                                    <a:latin typeface="Cambria Math" panose="02040503050406030204" pitchFamily="18" charset="0"/>
                                  </a:rPr>
                                  <m:t>⁡(</m:t>
                                </m:r>
                                <m:r>
                                  <a:rPr lang="en-US" b="0" i="1" smtClean="0">
                                    <a:latin typeface="Cambria Math" panose="02040503050406030204" pitchFamily="18" charset="0"/>
                                  </a:rPr>
                                  <m:t>𝜔</m:t>
                                </m:r>
                                <m:r>
                                  <a:rPr lang="en-US" i="1">
                                    <a:latin typeface="Cambria Math" panose="02040503050406030204" pitchFamily="18" charset="0"/>
                                  </a:rPr>
                                  <m:t>)</m:t>
                                </m:r>
                              </m:e>
                            </m:mr>
                          </m:m>
                        </m:e>
                      </m:d>
                    </m:oMath>
                  </m:oMathPara>
                </a14:m>
                <a:endParaRPr lang="en-US" dirty="0"/>
              </a:p>
              <a:p>
                <a:pPr marL="0" indent="0" algn="ctr">
                  <a:buFont typeface="Arial" panose="020B0604020202020204" pitchFamily="34" charset="0"/>
                  <a:buNone/>
                </a:pPr>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𝑌</m:t>
                          </m:r>
                        </m:sub>
                      </m:sSub>
                      <m:d>
                        <m:dPr>
                          <m:ctrlPr>
                            <a:rPr lang="en-US" i="1">
                              <a:latin typeface="Cambria Math" panose="02040503050406030204" pitchFamily="18" charset="0"/>
                            </a:rPr>
                          </m:ctrlPr>
                        </m:dPr>
                        <m:e>
                          <m:r>
                            <a:rPr lang="en-US" i="1">
                              <a:latin typeface="Cambria Math" panose="02040503050406030204" pitchFamily="18" charset="0"/>
                            </a:rPr>
                            <m:t>𝑣</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sty m:val="p"/>
                                    <m:brk m:alnAt="7"/>
                                  </m:rPr>
                                  <a:rPr lang="en-US">
                                    <a:latin typeface="Cambria Math" panose="02040503050406030204" pitchFamily="18" charset="0"/>
                                  </a:rPr>
                                  <m:t>c</m:t>
                                </m:r>
                                <m:r>
                                  <m:rPr>
                                    <m:sty m:val="p"/>
                                  </m:rPr>
                                  <a:rPr lang="en-US">
                                    <a:latin typeface="Cambria Math" panose="02040503050406030204" pitchFamily="18" charset="0"/>
                                  </a:rPr>
                                  <m:t>os</m:t>
                                </m:r>
                                <m:r>
                                  <m:rPr>
                                    <m:brk m:alnAt="7"/>
                                  </m:rPr>
                                  <a:rPr lang="en-US" i="1">
                                    <a:latin typeface="Cambria Math" panose="02040503050406030204" pitchFamily="18" charset="0"/>
                                  </a:rPr>
                                  <m:t>⁡</m:t>
                                </m:r>
                                <m:r>
                                  <a:rPr lang="en-US" i="1">
                                    <a:latin typeface="Cambria Math" panose="02040503050406030204" pitchFamily="18" charset="0"/>
                                  </a:rPr>
                                  <m:t>(</m:t>
                                </m:r>
                                <m:r>
                                  <a:rPr lang="en-US" b="0" i="1" smtClean="0">
                                    <a:latin typeface="Cambria Math" panose="02040503050406030204" pitchFamily="18" charset="0"/>
                                  </a:rPr>
                                  <m:t>𝜙</m:t>
                                </m:r>
                                <m:r>
                                  <a:rPr lang="en-US" i="1">
                                    <a:latin typeface="Cambria Math" panose="02040503050406030204" pitchFamily="18" charset="0"/>
                                  </a:rPr>
                                  <m:t>)</m:t>
                                </m:r>
                              </m:e>
                              <m:e>
                                <m:r>
                                  <a:rPr lang="en-US" i="1">
                                    <a:latin typeface="Cambria Math" panose="02040503050406030204" pitchFamily="18" charset="0"/>
                                  </a:rPr>
                                  <m:t>0</m:t>
                                </m:r>
                              </m:e>
                              <m:e>
                                <m:r>
                                  <m:rPr>
                                    <m:sty m:val="p"/>
                                  </m:rPr>
                                  <a:rPr lang="en-US">
                                    <a:latin typeface="Cambria Math" panose="02040503050406030204" pitchFamily="18" charset="0"/>
                                  </a:rPr>
                                  <m:t>sin</m:t>
                                </m:r>
                                <m:r>
                                  <a:rPr lang="en-US" i="1">
                                    <a:latin typeface="Cambria Math" panose="02040503050406030204" pitchFamily="18" charset="0"/>
                                  </a:rPr>
                                  <m:t>⁡(</m:t>
                                </m:r>
                                <m:r>
                                  <a:rPr lang="en-US" b="0" i="1" smtClean="0">
                                    <a:latin typeface="Cambria Math" panose="02040503050406030204" pitchFamily="18" charset="0"/>
                                  </a:rPr>
                                  <m:t>𝜙</m:t>
                                </m:r>
                                <m:r>
                                  <a:rPr lang="en-US" i="1">
                                    <a:latin typeface="Cambria Math" panose="02040503050406030204" pitchFamily="18" charset="0"/>
                                  </a:rPr>
                                  <m:t>)</m:t>
                                </m:r>
                              </m:e>
                            </m:mr>
                            <m:mr>
                              <m:e>
                                <m:r>
                                  <a:rPr lang="en-US" i="1">
                                    <a:latin typeface="Cambria Math" panose="02040503050406030204" pitchFamily="18" charset="0"/>
                                  </a:rPr>
                                  <m:t>0</m:t>
                                </m:r>
                              </m:e>
                              <m:e>
                                <m:r>
                                  <a:rPr lang="en-US" i="1">
                                    <a:latin typeface="Cambria Math" panose="02040503050406030204" pitchFamily="18" charset="0"/>
                                  </a:rPr>
                                  <m:t>1</m:t>
                                </m:r>
                              </m:e>
                              <m:e>
                                <m:r>
                                  <a:rPr lang="en-US" i="1">
                                    <a:latin typeface="Cambria Math" panose="02040503050406030204" pitchFamily="18" charset="0"/>
                                  </a:rPr>
                                  <m:t>0</m:t>
                                </m:r>
                              </m:e>
                            </m:mr>
                            <m:mr>
                              <m:e>
                                <m:r>
                                  <a:rPr lang="en-US" i="1">
                                    <a:latin typeface="Cambria Math" panose="02040503050406030204" pitchFamily="18" charset="0"/>
                                  </a:rPr>
                                  <m:t>−</m:t>
                                </m:r>
                                <m:r>
                                  <m:rPr>
                                    <m:sty m:val="p"/>
                                  </m:rPr>
                                  <a:rPr lang="en-US">
                                    <a:latin typeface="Cambria Math" panose="02040503050406030204" pitchFamily="18" charset="0"/>
                                  </a:rPr>
                                  <m:t>sin</m:t>
                                </m:r>
                                <m:r>
                                  <a:rPr lang="en-US" i="1">
                                    <a:latin typeface="Cambria Math" panose="02040503050406030204" pitchFamily="18" charset="0"/>
                                  </a:rPr>
                                  <m:t>⁡(</m:t>
                                </m:r>
                                <m:r>
                                  <a:rPr lang="en-US" b="0" i="1" smtClean="0">
                                    <a:latin typeface="Cambria Math" panose="02040503050406030204" pitchFamily="18" charset="0"/>
                                  </a:rPr>
                                  <m:t>𝜙</m:t>
                                </m:r>
                                <m:r>
                                  <a:rPr lang="en-US" i="1">
                                    <a:latin typeface="Cambria Math" panose="02040503050406030204" pitchFamily="18" charset="0"/>
                                  </a:rPr>
                                  <m:t>)</m:t>
                                </m:r>
                              </m:e>
                              <m:e>
                                <m:r>
                                  <a:rPr lang="en-US">
                                    <a:latin typeface="Cambria Math" panose="02040503050406030204" pitchFamily="18" charset="0"/>
                                  </a:rPr>
                                  <m:t>0</m:t>
                                </m:r>
                              </m:e>
                              <m:e>
                                <m:r>
                                  <m:rPr>
                                    <m:sty m:val="p"/>
                                  </m:rPr>
                                  <a:rPr lang="en-US">
                                    <a:latin typeface="Cambria Math" panose="02040503050406030204" pitchFamily="18" charset="0"/>
                                  </a:rPr>
                                  <m:t>cos</m:t>
                                </m:r>
                                <m:r>
                                  <a:rPr lang="en-US" i="1">
                                    <a:latin typeface="Cambria Math" panose="02040503050406030204" pitchFamily="18" charset="0"/>
                                  </a:rPr>
                                  <m:t>⁡(</m:t>
                                </m:r>
                                <m:r>
                                  <a:rPr lang="en-US" b="0" i="1" smtClean="0">
                                    <a:latin typeface="Cambria Math" panose="02040503050406030204" pitchFamily="18" charset="0"/>
                                  </a:rPr>
                                  <m:t>𝜙</m:t>
                                </m:r>
                                <m:r>
                                  <a:rPr lang="en-US" i="1">
                                    <a:latin typeface="Cambria Math" panose="02040503050406030204" pitchFamily="18" charset="0"/>
                                  </a:rPr>
                                  <m:t>)</m:t>
                                </m:r>
                              </m:e>
                            </m:mr>
                          </m:m>
                        </m:e>
                      </m:d>
                    </m:oMath>
                  </m:oMathPara>
                </a14:m>
                <a:endParaRPr lang="en-US" dirty="0"/>
              </a:p>
              <a:p>
                <a:pPr marL="0" indent="0" algn="ctr">
                  <a:buFont typeface="Arial" panose="020B0604020202020204" pitchFamily="34" charset="0"/>
                  <a:buNone/>
                </a:pPr>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𝑍</m:t>
                          </m:r>
                        </m:sub>
                      </m:sSub>
                      <m:d>
                        <m:dPr>
                          <m:ctrlPr>
                            <a:rPr lang="en-US" i="1">
                              <a:latin typeface="Cambria Math" panose="02040503050406030204" pitchFamily="18" charset="0"/>
                            </a:rPr>
                          </m:ctrlPr>
                        </m:dPr>
                        <m:e>
                          <m:r>
                            <a:rPr lang="en-US" i="1">
                              <a:latin typeface="Cambria Math" panose="02040503050406030204" pitchFamily="18" charset="0"/>
                            </a:rPr>
                            <m:t>𝑤</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sty m:val="p"/>
                                    <m:brk m:alnAt="7"/>
                                  </m:rPr>
                                  <a:rPr lang="en-US">
                                    <a:latin typeface="Cambria Math" panose="02040503050406030204" pitchFamily="18" charset="0"/>
                                  </a:rPr>
                                  <m:t>c</m:t>
                                </m:r>
                                <m:r>
                                  <m:rPr>
                                    <m:sty m:val="p"/>
                                  </m:rPr>
                                  <a:rPr lang="en-US">
                                    <a:latin typeface="Cambria Math" panose="02040503050406030204" pitchFamily="18" charset="0"/>
                                  </a:rPr>
                                  <m:t>os</m:t>
                                </m:r>
                                <m:r>
                                  <m:rPr>
                                    <m:brk m:alnAt="7"/>
                                  </m:rPr>
                                  <a:rPr lang="en-US" i="1">
                                    <a:latin typeface="Cambria Math" panose="02040503050406030204" pitchFamily="18" charset="0"/>
                                  </a:rPr>
                                  <m:t>⁡</m:t>
                                </m:r>
                                <m:r>
                                  <a:rPr lang="en-US" i="1">
                                    <a:latin typeface="Cambria Math" panose="02040503050406030204" pitchFamily="18" charset="0"/>
                                  </a:rPr>
                                  <m:t>(</m:t>
                                </m:r>
                                <m:r>
                                  <a:rPr lang="en-US" b="0" i="1" smtClean="0">
                                    <a:latin typeface="Cambria Math" panose="02040503050406030204" pitchFamily="18" charset="0"/>
                                  </a:rPr>
                                  <m:t>𝜒</m:t>
                                </m:r>
                                <m:r>
                                  <a:rPr lang="en-US" i="1">
                                    <a:latin typeface="Cambria Math" panose="02040503050406030204" pitchFamily="18" charset="0"/>
                                  </a:rPr>
                                  <m:t>)</m:t>
                                </m:r>
                              </m:e>
                              <m:e>
                                <m:r>
                                  <a:rPr lang="en-US" i="1">
                                    <a:latin typeface="Cambria Math" panose="02040503050406030204" pitchFamily="18" charset="0"/>
                                  </a:rPr>
                                  <m:t>−</m:t>
                                </m:r>
                                <m:r>
                                  <m:rPr>
                                    <m:sty m:val="p"/>
                                  </m:rPr>
                                  <a:rPr lang="en-US">
                                    <a:latin typeface="Cambria Math" panose="02040503050406030204" pitchFamily="18" charset="0"/>
                                  </a:rPr>
                                  <m:t>sin</m:t>
                                </m:r>
                                <m:r>
                                  <a:rPr lang="en-US" i="1">
                                    <a:latin typeface="Cambria Math" panose="02040503050406030204" pitchFamily="18" charset="0"/>
                                  </a:rPr>
                                  <m:t>⁡(</m:t>
                                </m:r>
                                <m:r>
                                  <a:rPr lang="en-US" b="0" i="1" smtClean="0">
                                    <a:latin typeface="Cambria Math" panose="02040503050406030204" pitchFamily="18" charset="0"/>
                                  </a:rPr>
                                  <m:t>𝜒</m:t>
                                </m:r>
                                <m:r>
                                  <a:rPr lang="en-US" i="1">
                                    <a:latin typeface="Cambria Math" panose="02040503050406030204" pitchFamily="18" charset="0"/>
                                  </a:rPr>
                                  <m:t>)</m:t>
                                </m:r>
                              </m:e>
                              <m:e>
                                <m:r>
                                  <a:rPr lang="en-US" i="1">
                                    <a:latin typeface="Cambria Math" panose="02040503050406030204" pitchFamily="18" charset="0"/>
                                  </a:rPr>
                                  <m:t>0</m:t>
                                </m:r>
                              </m:e>
                            </m:mr>
                            <m:mr>
                              <m:e>
                                <m:r>
                                  <m:rPr>
                                    <m:sty m:val="p"/>
                                  </m:rPr>
                                  <a:rPr lang="en-US">
                                    <a:latin typeface="Cambria Math" panose="02040503050406030204" pitchFamily="18" charset="0"/>
                                  </a:rPr>
                                  <m:t>sin</m:t>
                                </m:r>
                                <m:r>
                                  <a:rPr lang="en-US" i="1">
                                    <a:latin typeface="Cambria Math" panose="02040503050406030204" pitchFamily="18" charset="0"/>
                                  </a:rPr>
                                  <m:t>⁡(</m:t>
                                </m:r>
                                <m:r>
                                  <a:rPr lang="en-US" b="0" i="1" smtClean="0">
                                    <a:latin typeface="Cambria Math" panose="02040503050406030204" pitchFamily="18" charset="0"/>
                                  </a:rPr>
                                  <m:t>𝜒</m:t>
                                </m:r>
                                <m:r>
                                  <a:rPr lang="en-US" i="1">
                                    <a:latin typeface="Cambria Math" panose="02040503050406030204" pitchFamily="18" charset="0"/>
                                  </a:rPr>
                                  <m:t>)</m:t>
                                </m:r>
                              </m:e>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d>
                                      <m:dPr>
                                        <m:ctrlPr>
                                          <a:rPr lang="en-US" i="1" smtClean="0">
                                            <a:latin typeface="Cambria Math" panose="02040503050406030204" pitchFamily="18" charset="0"/>
                                          </a:rPr>
                                        </m:ctrlPr>
                                      </m:dPr>
                                      <m:e>
                                        <m:r>
                                          <a:rPr lang="en-US" b="0" i="1" smtClean="0">
                                            <a:latin typeface="Cambria Math" panose="02040503050406030204" pitchFamily="18" charset="0"/>
                                          </a:rPr>
                                          <m:t>𝜒</m:t>
                                        </m:r>
                                      </m:e>
                                    </m:d>
                                  </m:e>
                                </m:func>
                              </m:e>
                              <m:e>
                                <m:r>
                                  <a:rPr lang="en-US" i="1">
                                    <a:latin typeface="Cambria Math" panose="02040503050406030204" pitchFamily="18" charset="0"/>
                                  </a:rPr>
                                  <m:t>0</m:t>
                                </m:r>
                              </m:e>
                            </m:mr>
                            <m:mr>
                              <m:e>
                                <m:r>
                                  <a:rPr lang="en-US" i="1">
                                    <a:latin typeface="Cambria Math" panose="02040503050406030204" pitchFamily="18" charset="0"/>
                                  </a:rPr>
                                  <m:t>0</m:t>
                                </m:r>
                              </m:e>
                              <m:e>
                                <m:r>
                                  <a:rPr lang="en-US" i="1">
                                    <a:latin typeface="Cambria Math" panose="02040503050406030204" pitchFamily="18" charset="0"/>
                                  </a:rPr>
                                  <m:t>0</m:t>
                                </m:r>
                              </m:e>
                              <m:e>
                                <m:r>
                                  <a:rPr lang="en-US" i="1">
                                    <a:latin typeface="Cambria Math" panose="02040503050406030204" pitchFamily="18" charset="0"/>
                                  </a:rPr>
                                  <m:t>1</m:t>
                                </m:r>
                              </m:e>
                            </m:mr>
                          </m:m>
                        </m:e>
                      </m:d>
                    </m:oMath>
                  </m:oMathPara>
                </a14:m>
                <a:endParaRPr lang="en-US" dirty="0"/>
              </a:p>
            </p:txBody>
          </p:sp>
        </mc:Choice>
        <mc:Fallback xmlns="">
          <p:sp>
            <p:nvSpPr>
              <p:cNvPr id="4" name="Content Placeholder 2">
                <a:extLst>
                  <a:ext uri="{FF2B5EF4-FFF2-40B4-BE49-F238E27FC236}">
                    <a16:creationId xmlns:a16="http://schemas.microsoft.com/office/drawing/2014/main" id="{298C6553-4CAB-612F-5473-8E77BC9172B3}"/>
                  </a:ext>
                </a:extLst>
              </p:cNvPr>
              <p:cNvSpPr txBox="1">
                <a:spLocks noRot="1" noChangeAspect="1" noMove="1" noResize="1" noEditPoints="1" noAdjustHandles="1" noChangeArrowheads="1" noChangeShapeType="1" noTextEdit="1"/>
              </p:cNvSpPr>
              <p:nvPr/>
            </p:nvSpPr>
            <p:spPr>
              <a:xfrm>
                <a:off x="230297" y="642633"/>
                <a:ext cx="5181600" cy="5572734"/>
              </a:xfrm>
              <a:prstGeom prst="rect">
                <a:avLst/>
              </a:prstGeom>
              <a:blipFill>
                <a:blip r:embed="rId2"/>
                <a:stretch>
                  <a:fillRect t="-24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832FA9F-BB9B-721C-C4C2-A998C119C1DC}"/>
                  </a:ext>
                </a:extLst>
              </p:cNvPr>
              <p:cNvSpPr txBox="1">
                <a:spLocks/>
              </p:cNvSpPr>
              <p:nvPr/>
            </p:nvSpPr>
            <p:spPr>
              <a:xfrm>
                <a:off x="5944962" y="642633"/>
                <a:ext cx="6211475" cy="5572734"/>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Passive Rotation Matrices</a:t>
                </a:r>
              </a:p>
              <a:p>
                <a:pPr marL="0" indent="0" algn="ctr">
                  <a:buFont typeface="Arial" panose="020B0604020202020204" pitchFamily="34" charset="0"/>
                  <a:buNone/>
                </a:pPr>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𝑋</m:t>
                          </m:r>
                        </m:sub>
                      </m:sSub>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𝑅</m:t>
                          </m:r>
                        </m:e>
                        <m:sub>
                          <m:r>
                            <a:rPr lang="en-US" i="1">
                              <a:latin typeface="Cambria Math" panose="02040503050406030204" pitchFamily="18" charset="0"/>
                            </a:rPr>
                            <m:t>𝑋</m:t>
                          </m:r>
                        </m:sub>
                        <m:sup>
                          <m:r>
                            <a:rPr lang="en-US" i="1">
                              <a:latin typeface="Cambria Math" panose="02040503050406030204" pitchFamily="18" charset="0"/>
                            </a:rPr>
                            <m:t>−1</m:t>
                          </m:r>
                        </m:sup>
                      </m:sSubSup>
                      <m:d>
                        <m:dPr>
                          <m:ctrlPr>
                            <a:rPr lang="en-US" i="1">
                              <a:latin typeface="Cambria Math" panose="02040503050406030204" pitchFamily="18" charset="0"/>
                            </a:rPr>
                          </m:ctrlPr>
                        </m:dPr>
                        <m:e>
                          <m:r>
                            <a:rPr lang="en-US" i="1">
                              <a:latin typeface="Cambria Math" panose="02040503050406030204" pitchFamily="18" charset="0"/>
                            </a:rPr>
                            <m:t>𝑢</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r>
                                  <a:rPr lang="en-US" i="1">
                                    <a:latin typeface="Cambria Math" panose="02040503050406030204" pitchFamily="18" charset="0"/>
                                  </a:rPr>
                                  <m:t>0</m:t>
                                </m:r>
                              </m:e>
                              <m:e>
                                <m:r>
                                  <a:rPr lang="en-US" i="1">
                                    <a:latin typeface="Cambria Math" panose="02040503050406030204" pitchFamily="18" charset="0"/>
                                  </a:rPr>
                                  <m:t>0</m:t>
                                </m:r>
                              </m:e>
                            </m:mr>
                            <m:mr>
                              <m:e>
                                <m:r>
                                  <a:rPr lang="en-US" i="1">
                                    <a:latin typeface="Cambria Math" panose="02040503050406030204" pitchFamily="18" charset="0"/>
                                  </a:rPr>
                                  <m:t>0</m:t>
                                </m:r>
                              </m:e>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d>
                                      <m:dPr>
                                        <m:ctrlPr>
                                          <a:rPr lang="en-US" i="1" smtClean="0">
                                            <a:latin typeface="Cambria Math" panose="02040503050406030204" pitchFamily="18" charset="0"/>
                                          </a:rPr>
                                        </m:ctrlPr>
                                      </m:dPr>
                                      <m:e>
                                        <m:r>
                                          <a:rPr lang="en-US" b="0" i="1" smtClean="0">
                                            <a:latin typeface="Cambria Math" panose="02040503050406030204" pitchFamily="18" charset="0"/>
                                          </a:rPr>
                                          <m:t>𝜔</m:t>
                                        </m:r>
                                      </m:e>
                                    </m:d>
                                  </m:e>
                                </m:func>
                              </m:e>
                              <m:e>
                                <m:r>
                                  <m:rPr>
                                    <m:sty m:val="p"/>
                                  </m:rPr>
                                  <a:rPr lang="en-US">
                                    <a:latin typeface="Cambria Math" panose="02040503050406030204" pitchFamily="18" charset="0"/>
                                  </a:rPr>
                                  <m:t>sin</m:t>
                                </m:r>
                                <m:r>
                                  <a:rPr lang="en-US" i="1">
                                    <a:latin typeface="Cambria Math" panose="02040503050406030204" pitchFamily="18" charset="0"/>
                                  </a:rPr>
                                  <m:t>⁡(</m:t>
                                </m:r>
                                <m:r>
                                  <a:rPr lang="en-US" b="0" i="1" smtClean="0">
                                    <a:latin typeface="Cambria Math" panose="02040503050406030204" pitchFamily="18" charset="0"/>
                                  </a:rPr>
                                  <m:t>𝜔</m:t>
                                </m:r>
                                <m:r>
                                  <a:rPr lang="en-US" i="1">
                                    <a:latin typeface="Cambria Math" panose="02040503050406030204" pitchFamily="18" charset="0"/>
                                  </a:rPr>
                                  <m:t>)</m:t>
                                </m:r>
                              </m:e>
                            </m:mr>
                            <m:mr>
                              <m:e>
                                <m:r>
                                  <a:rPr lang="en-US" i="1">
                                    <a:latin typeface="Cambria Math" panose="02040503050406030204" pitchFamily="18" charset="0"/>
                                  </a:rPr>
                                  <m:t>0</m:t>
                                </m:r>
                              </m:e>
                              <m:e>
                                <m:r>
                                  <a:rPr lang="en-US">
                                    <a:latin typeface="Cambria Math" panose="02040503050406030204" pitchFamily="18" charset="0"/>
                                  </a:rPr>
                                  <m:t>−</m:t>
                                </m:r>
                                <m:r>
                                  <m:rPr>
                                    <m:sty m:val="p"/>
                                  </m:rPr>
                                  <a:rPr lang="en-US">
                                    <a:latin typeface="Cambria Math" panose="02040503050406030204" pitchFamily="18" charset="0"/>
                                  </a:rPr>
                                  <m:t>sin</m:t>
                                </m:r>
                                <m:r>
                                  <a:rPr lang="en-US" i="1">
                                    <a:latin typeface="Cambria Math" panose="02040503050406030204" pitchFamily="18" charset="0"/>
                                  </a:rPr>
                                  <m:t>⁡(</m:t>
                                </m:r>
                                <m:r>
                                  <a:rPr lang="en-US" b="0" i="1" smtClean="0">
                                    <a:latin typeface="Cambria Math" panose="02040503050406030204" pitchFamily="18" charset="0"/>
                                  </a:rPr>
                                  <m:t>𝜔</m:t>
                                </m:r>
                                <m:r>
                                  <a:rPr lang="en-US" i="1">
                                    <a:latin typeface="Cambria Math" panose="02040503050406030204" pitchFamily="18" charset="0"/>
                                  </a:rPr>
                                  <m:t>)</m:t>
                                </m:r>
                              </m:e>
                              <m:e>
                                <m:r>
                                  <m:rPr>
                                    <m:sty m:val="p"/>
                                  </m:rPr>
                                  <a:rPr lang="en-US">
                                    <a:latin typeface="Cambria Math" panose="02040503050406030204" pitchFamily="18" charset="0"/>
                                  </a:rPr>
                                  <m:t>cos</m:t>
                                </m:r>
                                <m:r>
                                  <a:rPr lang="en-US" i="1">
                                    <a:latin typeface="Cambria Math" panose="02040503050406030204" pitchFamily="18" charset="0"/>
                                  </a:rPr>
                                  <m:t>⁡(</m:t>
                                </m:r>
                                <m:r>
                                  <a:rPr lang="en-US" b="0" i="1" smtClean="0">
                                    <a:latin typeface="Cambria Math" panose="02040503050406030204" pitchFamily="18" charset="0"/>
                                  </a:rPr>
                                  <m:t>𝜔</m:t>
                                </m:r>
                                <m:r>
                                  <a:rPr lang="en-US" i="1">
                                    <a:latin typeface="Cambria Math" panose="02040503050406030204" pitchFamily="18" charset="0"/>
                                  </a:rPr>
                                  <m:t>)</m:t>
                                </m:r>
                              </m:e>
                            </m:mr>
                          </m:m>
                        </m:e>
                      </m:d>
                    </m:oMath>
                  </m:oMathPara>
                </a14:m>
                <a:endParaRPr lang="en-US" dirty="0"/>
              </a:p>
              <a:p>
                <a:pPr marL="0" indent="0" algn="ctr">
                  <a:buFont typeface="Arial" panose="020B0604020202020204" pitchFamily="34" charset="0"/>
                  <a:buNone/>
                </a:pPr>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𝑌</m:t>
                          </m:r>
                        </m:sub>
                      </m:sSub>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𝑅</m:t>
                          </m:r>
                        </m:e>
                        <m:sub>
                          <m:r>
                            <a:rPr lang="en-US" i="1">
                              <a:latin typeface="Cambria Math" panose="02040503050406030204" pitchFamily="18" charset="0"/>
                            </a:rPr>
                            <m:t>𝑌</m:t>
                          </m:r>
                        </m:sub>
                        <m:sup>
                          <m:r>
                            <a:rPr lang="en-US" i="1">
                              <a:latin typeface="Cambria Math" panose="02040503050406030204" pitchFamily="18" charset="0"/>
                            </a:rPr>
                            <m:t>−1</m:t>
                          </m:r>
                        </m:sup>
                      </m:sSubSup>
                      <m:d>
                        <m:dPr>
                          <m:ctrlPr>
                            <a:rPr lang="en-US" i="1">
                              <a:latin typeface="Cambria Math" panose="02040503050406030204" pitchFamily="18" charset="0"/>
                            </a:rPr>
                          </m:ctrlPr>
                        </m:dPr>
                        <m:e>
                          <m:r>
                            <a:rPr lang="en-US" i="1">
                              <a:latin typeface="Cambria Math" panose="02040503050406030204" pitchFamily="18" charset="0"/>
                            </a:rPr>
                            <m:t>𝑣</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sty m:val="p"/>
                                    <m:brk m:alnAt="7"/>
                                  </m:rPr>
                                  <a:rPr lang="en-US">
                                    <a:latin typeface="Cambria Math" panose="02040503050406030204" pitchFamily="18" charset="0"/>
                                  </a:rPr>
                                  <m:t>c</m:t>
                                </m:r>
                                <m:r>
                                  <m:rPr>
                                    <m:sty m:val="p"/>
                                  </m:rPr>
                                  <a:rPr lang="en-US">
                                    <a:latin typeface="Cambria Math" panose="02040503050406030204" pitchFamily="18" charset="0"/>
                                  </a:rPr>
                                  <m:t>os</m:t>
                                </m:r>
                                <m:r>
                                  <m:rPr>
                                    <m:brk m:alnAt="7"/>
                                  </m:rPr>
                                  <a:rPr lang="en-US" i="1">
                                    <a:latin typeface="Cambria Math" panose="02040503050406030204" pitchFamily="18" charset="0"/>
                                  </a:rPr>
                                  <m:t>⁡</m:t>
                                </m:r>
                                <m:r>
                                  <a:rPr lang="en-US" i="1">
                                    <a:latin typeface="Cambria Math" panose="02040503050406030204" pitchFamily="18" charset="0"/>
                                  </a:rPr>
                                  <m:t>(</m:t>
                                </m:r>
                                <m:r>
                                  <a:rPr lang="en-US" b="0" i="1" smtClean="0">
                                    <a:latin typeface="Cambria Math" panose="02040503050406030204" pitchFamily="18" charset="0"/>
                                  </a:rPr>
                                  <m:t>𝜙</m:t>
                                </m:r>
                                <m:r>
                                  <a:rPr lang="en-US" i="1">
                                    <a:latin typeface="Cambria Math" panose="02040503050406030204" pitchFamily="18" charset="0"/>
                                  </a:rPr>
                                  <m:t>)</m:t>
                                </m:r>
                              </m:e>
                              <m:e>
                                <m:r>
                                  <a:rPr lang="en-US" i="1">
                                    <a:latin typeface="Cambria Math" panose="02040503050406030204" pitchFamily="18" charset="0"/>
                                  </a:rPr>
                                  <m:t>0</m:t>
                                </m:r>
                              </m:e>
                              <m:e>
                                <m:r>
                                  <a:rPr lang="en-US">
                                    <a:latin typeface="Cambria Math" panose="02040503050406030204" pitchFamily="18" charset="0"/>
                                  </a:rPr>
                                  <m:t>−</m:t>
                                </m:r>
                                <m:r>
                                  <m:rPr>
                                    <m:sty m:val="p"/>
                                  </m:rPr>
                                  <a:rPr lang="en-US">
                                    <a:latin typeface="Cambria Math" panose="02040503050406030204" pitchFamily="18" charset="0"/>
                                  </a:rPr>
                                  <m:t>sin</m:t>
                                </m:r>
                                <m:r>
                                  <a:rPr lang="en-US" i="1">
                                    <a:latin typeface="Cambria Math" panose="02040503050406030204" pitchFamily="18" charset="0"/>
                                  </a:rPr>
                                  <m:t>⁡(</m:t>
                                </m:r>
                                <m:r>
                                  <a:rPr lang="en-US" b="0" i="1" smtClean="0">
                                    <a:latin typeface="Cambria Math" panose="02040503050406030204" pitchFamily="18" charset="0"/>
                                  </a:rPr>
                                  <m:t>𝜙</m:t>
                                </m:r>
                                <m:r>
                                  <a:rPr lang="en-US" i="1">
                                    <a:latin typeface="Cambria Math" panose="02040503050406030204" pitchFamily="18" charset="0"/>
                                  </a:rPr>
                                  <m:t>)</m:t>
                                </m:r>
                              </m:e>
                            </m:mr>
                            <m:mr>
                              <m:e>
                                <m:r>
                                  <a:rPr lang="en-US" i="1">
                                    <a:latin typeface="Cambria Math" panose="02040503050406030204" pitchFamily="18" charset="0"/>
                                  </a:rPr>
                                  <m:t>0</m:t>
                                </m:r>
                              </m:e>
                              <m:e>
                                <m:r>
                                  <a:rPr lang="en-US" i="1">
                                    <a:latin typeface="Cambria Math" panose="02040503050406030204" pitchFamily="18" charset="0"/>
                                  </a:rPr>
                                  <m:t>1</m:t>
                                </m:r>
                              </m:e>
                              <m:e>
                                <m:r>
                                  <a:rPr lang="en-US" i="1">
                                    <a:latin typeface="Cambria Math" panose="02040503050406030204" pitchFamily="18" charset="0"/>
                                  </a:rPr>
                                  <m:t>0</m:t>
                                </m:r>
                              </m:e>
                            </m:mr>
                            <m:mr>
                              <m:e>
                                <m:r>
                                  <m:rPr>
                                    <m:sty m:val="p"/>
                                  </m:rPr>
                                  <a:rPr lang="en-US">
                                    <a:latin typeface="Cambria Math" panose="02040503050406030204" pitchFamily="18" charset="0"/>
                                  </a:rPr>
                                  <m:t>sin</m:t>
                                </m:r>
                                <m:r>
                                  <a:rPr lang="en-US" i="1">
                                    <a:latin typeface="Cambria Math" panose="02040503050406030204" pitchFamily="18" charset="0"/>
                                  </a:rPr>
                                  <m:t>⁡(</m:t>
                                </m:r>
                                <m:r>
                                  <a:rPr lang="en-US" b="0" i="1" smtClean="0">
                                    <a:latin typeface="Cambria Math" panose="02040503050406030204" pitchFamily="18" charset="0"/>
                                  </a:rPr>
                                  <m:t>𝜙</m:t>
                                </m:r>
                                <m:r>
                                  <a:rPr lang="en-US" i="1">
                                    <a:latin typeface="Cambria Math" panose="02040503050406030204" pitchFamily="18" charset="0"/>
                                  </a:rPr>
                                  <m:t>)</m:t>
                                </m:r>
                              </m:e>
                              <m:e>
                                <m:r>
                                  <a:rPr lang="en-US">
                                    <a:latin typeface="Cambria Math" panose="02040503050406030204" pitchFamily="18" charset="0"/>
                                  </a:rPr>
                                  <m:t>0</m:t>
                                </m:r>
                              </m:e>
                              <m:e>
                                <m:r>
                                  <m:rPr>
                                    <m:sty m:val="p"/>
                                  </m:rPr>
                                  <a:rPr lang="en-US">
                                    <a:latin typeface="Cambria Math" panose="02040503050406030204" pitchFamily="18" charset="0"/>
                                  </a:rPr>
                                  <m:t>cos</m:t>
                                </m:r>
                                <m:r>
                                  <a:rPr lang="en-US" i="1">
                                    <a:latin typeface="Cambria Math" panose="02040503050406030204" pitchFamily="18" charset="0"/>
                                  </a:rPr>
                                  <m:t>⁡(</m:t>
                                </m:r>
                                <m:r>
                                  <a:rPr lang="en-US" b="0" i="1" smtClean="0">
                                    <a:latin typeface="Cambria Math" panose="02040503050406030204" pitchFamily="18" charset="0"/>
                                  </a:rPr>
                                  <m:t>𝜙</m:t>
                                </m:r>
                                <m:r>
                                  <a:rPr lang="en-US" i="1">
                                    <a:latin typeface="Cambria Math" panose="02040503050406030204" pitchFamily="18" charset="0"/>
                                  </a:rPr>
                                  <m:t>)</m:t>
                                </m:r>
                              </m:e>
                            </m:mr>
                          </m:m>
                        </m:e>
                      </m:d>
                    </m:oMath>
                  </m:oMathPara>
                </a14:m>
                <a:endParaRPr lang="en-US" dirty="0"/>
              </a:p>
              <a:p>
                <a:pPr marL="0" indent="0" algn="ctr">
                  <a:buFont typeface="Arial" panose="020B0604020202020204" pitchFamily="34" charset="0"/>
                  <a:buNone/>
                </a:pPr>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𝑍</m:t>
                          </m:r>
                        </m:sub>
                      </m:sSub>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𝑅</m:t>
                          </m:r>
                        </m:e>
                        <m:sub>
                          <m:r>
                            <a:rPr lang="en-US" i="1">
                              <a:latin typeface="Cambria Math" panose="02040503050406030204" pitchFamily="18" charset="0"/>
                            </a:rPr>
                            <m:t>𝑍</m:t>
                          </m:r>
                        </m:sub>
                        <m:sup>
                          <m:r>
                            <a:rPr lang="en-US" i="1">
                              <a:latin typeface="Cambria Math" panose="02040503050406030204" pitchFamily="18" charset="0"/>
                            </a:rPr>
                            <m:t>−1</m:t>
                          </m:r>
                        </m:sup>
                      </m:sSubSup>
                      <m:d>
                        <m:dPr>
                          <m:ctrlPr>
                            <a:rPr lang="en-US" i="1">
                              <a:latin typeface="Cambria Math" panose="02040503050406030204" pitchFamily="18" charset="0"/>
                            </a:rPr>
                          </m:ctrlPr>
                        </m:dPr>
                        <m:e>
                          <m:r>
                            <a:rPr lang="en-US" i="1">
                              <a:latin typeface="Cambria Math" panose="02040503050406030204" pitchFamily="18" charset="0"/>
                            </a:rPr>
                            <m:t>𝑤</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sty m:val="p"/>
                                    <m:brk m:alnAt="7"/>
                                  </m:rPr>
                                  <a:rPr lang="en-US">
                                    <a:latin typeface="Cambria Math" panose="02040503050406030204" pitchFamily="18" charset="0"/>
                                  </a:rPr>
                                  <m:t>c</m:t>
                                </m:r>
                                <m:r>
                                  <m:rPr>
                                    <m:sty m:val="p"/>
                                  </m:rPr>
                                  <a:rPr lang="en-US">
                                    <a:latin typeface="Cambria Math" panose="02040503050406030204" pitchFamily="18" charset="0"/>
                                  </a:rPr>
                                  <m:t>os</m:t>
                                </m:r>
                                <m:r>
                                  <m:rPr>
                                    <m:brk m:alnAt="7"/>
                                  </m:rPr>
                                  <a:rPr lang="en-US" i="1">
                                    <a:latin typeface="Cambria Math" panose="02040503050406030204" pitchFamily="18" charset="0"/>
                                  </a:rPr>
                                  <m:t>⁡</m:t>
                                </m:r>
                                <m:r>
                                  <a:rPr lang="en-US" i="1">
                                    <a:latin typeface="Cambria Math" panose="02040503050406030204" pitchFamily="18" charset="0"/>
                                  </a:rPr>
                                  <m:t>(</m:t>
                                </m:r>
                                <m:r>
                                  <a:rPr lang="en-US" b="0" i="1" smtClean="0">
                                    <a:latin typeface="Cambria Math" panose="02040503050406030204" pitchFamily="18" charset="0"/>
                                  </a:rPr>
                                  <m:t>𝜒</m:t>
                                </m:r>
                                <m:r>
                                  <a:rPr lang="en-US" i="1">
                                    <a:latin typeface="Cambria Math" panose="02040503050406030204" pitchFamily="18" charset="0"/>
                                  </a:rPr>
                                  <m:t>)</m:t>
                                </m:r>
                              </m:e>
                              <m:e>
                                <m:r>
                                  <m:rPr>
                                    <m:sty m:val="p"/>
                                  </m:rPr>
                                  <a:rPr lang="en-US">
                                    <a:latin typeface="Cambria Math" panose="02040503050406030204" pitchFamily="18" charset="0"/>
                                  </a:rPr>
                                  <m:t>sin</m:t>
                                </m:r>
                                <m:r>
                                  <a:rPr lang="en-US" i="1">
                                    <a:latin typeface="Cambria Math" panose="02040503050406030204" pitchFamily="18" charset="0"/>
                                  </a:rPr>
                                  <m:t>⁡(</m:t>
                                </m:r>
                                <m:r>
                                  <a:rPr lang="en-US" b="0" i="1" smtClean="0">
                                    <a:latin typeface="Cambria Math" panose="02040503050406030204" pitchFamily="18" charset="0"/>
                                  </a:rPr>
                                  <m:t>𝜒</m:t>
                                </m:r>
                                <m:r>
                                  <a:rPr lang="en-US" i="1">
                                    <a:latin typeface="Cambria Math" panose="02040503050406030204" pitchFamily="18" charset="0"/>
                                  </a:rPr>
                                  <m:t>)</m:t>
                                </m:r>
                              </m:e>
                              <m:e>
                                <m:r>
                                  <a:rPr lang="en-US" i="1">
                                    <a:latin typeface="Cambria Math" panose="02040503050406030204" pitchFamily="18" charset="0"/>
                                  </a:rPr>
                                  <m:t>0</m:t>
                                </m:r>
                              </m:e>
                            </m:mr>
                            <m:mr>
                              <m:e>
                                <m:r>
                                  <a:rPr lang="en-US">
                                    <a:latin typeface="Cambria Math" panose="02040503050406030204" pitchFamily="18" charset="0"/>
                                  </a:rPr>
                                  <m:t>−</m:t>
                                </m:r>
                                <m:r>
                                  <m:rPr>
                                    <m:sty m:val="p"/>
                                  </m:rPr>
                                  <a:rPr lang="en-US">
                                    <a:latin typeface="Cambria Math" panose="02040503050406030204" pitchFamily="18" charset="0"/>
                                  </a:rPr>
                                  <m:t>sin</m:t>
                                </m:r>
                                <m:r>
                                  <a:rPr lang="en-US" i="1">
                                    <a:latin typeface="Cambria Math" panose="02040503050406030204" pitchFamily="18" charset="0"/>
                                  </a:rPr>
                                  <m:t>⁡(</m:t>
                                </m:r>
                                <m:r>
                                  <a:rPr lang="en-US" b="0" i="1" smtClean="0">
                                    <a:latin typeface="Cambria Math" panose="02040503050406030204" pitchFamily="18" charset="0"/>
                                  </a:rPr>
                                  <m:t>𝜒</m:t>
                                </m:r>
                                <m:r>
                                  <a:rPr lang="en-US" i="1">
                                    <a:latin typeface="Cambria Math" panose="02040503050406030204" pitchFamily="18" charset="0"/>
                                  </a:rPr>
                                  <m:t>)</m:t>
                                </m:r>
                              </m:e>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d>
                                      <m:dPr>
                                        <m:ctrlPr>
                                          <a:rPr lang="en-US" i="1">
                                            <a:latin typeface="Cambria Math" panose="02040503050406030204" pitchFamily="18" charset="0"/>
                                          </a:rPr>
                                        </m:ctrlPr>
                                      </m:dPr>
                                      <m:e>
                                        <m:r>
                                          <a:rPr lang="en-US" b="0" i="1" smtClean="0">
                                            <a:latin typeface="Cambria Math" panose="02040503050406030204" pitchFamily="18" charset="0"/>
                                          </a:rPr>
                                          <m:t>𝜒</m:t>
                                        </m:r>
                                      </m:e>
                                    </m:d>
                                  </m:e>
                                </m:func>
                              </m:e>
                              <m:e>
                                <m:r>
                                  <a:rPr lang="en-US" i="1">
                                    <a:latin typeface="Cambria Math" panose="02040503050406030204" pitchFamily="18" charset="0"/>
                                  </a:rPr>
                                  <m:t>0</m:t>
                                </m:r>
                              </m:e>
                            </m:mr>
                            <m:mr>
                              <m:e>
                                <m:r>
                                  <a:rPr lang="en-US" i="1">
                                    <a:latin typeface="Cambria Math" panose="02040503050406030204" pitchFamily="18" charset="0"/>
                                  </a:rPr>
                                  <m:t>0</m:t>
                                </m:r>
                              </m:e>
                              <m:e>
                                <m:r>
                                  <a:rPr lang="en-US" i="1">
                                    <a:latin typeface="Cambria Math" panose="02040503050406030204" pitchFamily="18" charset="0"/>
                                  </a:rPr>
                                  <m:t>0</m:t>
                                </m:r>
                              </m:e>
                              <m:e>
                                <m:r>
                                  <a:rPr lang="en-US" i="1">
                                    <a:latin typeface="Cambria Math" panose="02040503050406030204" pitchFamily="18" charset="0"/>
                                  </a:rPr>
                                  <m:t>1</m:t>
                                </m:r>
                              </m:e>
                            </m:mr>
                          </m:m>
                        </m:e>
                      </m:d>
                    </m:oMath>
                  </m:oMathPara>
                </a14:m>
                <a:endParaRPr lang="en-US" dirty="0"/>
              </a:p>
            </p:txBody>
          </p:sp>
        </mc:Choice>
        <mc:Fallback xmlns="">
          <p:sp>
            <p:nvSpPr>
              <p:cNvPr id="5" name="Content Placeholder 3">
                <a:extLst>
                  <a:ext uri="{FF2B5EF4-FFF2-40B4-BE49-F238E27FC236}">
                    <a16:creationId xmlns:a16="http://schemas.microsoft.com/office/drawing/2014/main" id="{D832FA9F-BB9B-721C-C4C2-A998C119C1DC}"/>
                  </a:ext>
                </a:extLst>
              </p:cNvPr>
              <p:cNvSpPr txBox="1">
                <a:spLocks noRot="1" noChangeAspect="1" noMove="1" noResize="1" noEditPoints="1" noAdjustHandles="1" noChangeArrowheads="1" noChangeShapeType="1" noTextEdit="1"/>
              </p:cNvSpPr>
              <p:nvPr/>
            </p:nvSpPr>
            <p:spPr>
              <a:xfrm>
                <a:off x="5944962" y="642633"/>
                <a:ext cx="6211475" cy="5572734"/>
              </a:xfrm>
              <a:prstGeom prst="rect">
                <a:avLst/>
              </a:prstGeom>
              <a:blipFill>
                <a:blip r:embed="rId3"/>
                <a:stretch>
                  <a:fillRect t="-2404"/>
                </a:stretch>
              </a:blipFill>
            </p:spPr>
            <p:txBody>
              <a:bodyPr/>
              <a:lstStyle/>
              <a:p>
                <a:r>
                  <a:rPr lang="en-US">
                    <a:noFill/>
                  </a:rPr>
                  <a:t> </a:t>
                </a:r>
              </a:p>
            </p:txBody>
          </p:sp>
        </mc:Fallback>
      </mc:AlternateContent>
    </p:spTree>
    <p:extLst>
      <p:ext uri="{BB962C8B-B14F-4D97-AF65-F5344CB8AC3E}">
        <p14:creationId xmlns:p14="http://schemas.microsoft.com/office/powerpoint/2010/main" val="2531648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A1F8247E-BCF8-C32C-CFDD-E4F343E6C4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191" y="620499"/>
            <a:ext cx="5604809" cy="49962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A6FCE29-851F-F526-276D-6883617174BE}"/>
              </a:ext>
            </a:extLst>
          </p:cNvPr>
          <p:cNvSpPr txBox="1"/>
          <p:nvPr/>
        </p:nvSpPr>
        <p:spPr>
          <a:xfrm>
            <a:off x="421016" y="5669771"/>
            <a:ext cx="5537200" cy="923330"/>
          </a:xfrm>
          <a:prstGeom prst="rect">
            <a:avLst/>
          </a:prstGeom>
          <a:noFill/>
        </p:spPr>
        <p:txBody>
          <a:bodyPr wrap="square">
            <a:spAutoFit/>
          </a:bodyPr>
          <a:lstStyle/>
          <a:p>
            <a:r>
              <a:rPr lang="en-US" dirty="0"/>
              <a:t>Reference: </a:t>
            </a:r>
            <a:r>
              <a:rPr lang="en-US" dirty="0">
                <a:hlinkClick r:id="rId3"/>
              </a:rPr>
              <a:t>https://pubs.aip.org/aip/apr/article/8/1/011305/238646/Recent-advances-in-small-angle-x-ray-scattering</a:t>
            </a:r>
            <a:r>
              <a:rPr lang="en-US" dirty="0"/>
              <a:t> </a:t>
            </a:r>
          </a:p>
        </p:txBody>
      </p:sp>
      <p:sp>
        <p:nvSpPr>
          <p:cNvPr id="6" name="TextBox 5">
            <a:extLst>
              <a:ext uri="{FF2B5EF4-FFF2-40B4-BE49-F238E27FC236}">
                <a16:creationId xmlns:a16="http://schemas.microsoft.com/office/drawing/2014/main" id="{826C7885-FD05-C99B-5913-27DADD88D50B}"/>
              </a:ext>
            </a:extLst>
          </p:cNvPr>
          <p:cNvSpPr txBox="1"/>
          <p:nvPr/>
        </p:nvSpPr>
        <p:spPr>
          <a:xfrm>
            <a:off x="7477760" y="1788160"/>
            <a:ext cx="3185160" cy="3139321"/>
          </a:xfrm>
          <a:prstGeom prst="rect">
            <a:avLst/>
          </a:prstGeom>
          <a:noFill/>
        </p:spPr>
        <p:txBody>
          <a:bodyPr wrap="square" rtlCol="0">
            <a:spAutoFit/>
          </a:bodyPr>
          <a:lstStyle/>
          <a:p>
            <a:pPr algn="ctr"/>
            <a:r>
              <a:rPr lang="en-US" dirty="0"/>
              <a:t>In our CD-SAXS measurement, we are converting the coordinate system for the scattering vector q from detector/beam space coordinates to the sample space coordinates. </a:t>
            </a:r>
          </a:p>
          <a:p>
            <a:pPr algn="ctr"/>
            <a:endParaRPr lang="en-US" dirty="0"/>
          </a:p>
          <a:p>
            <a:pPr algn="ctr"/>
            <a:r>
              <a:rPr lang="en-US" dirty="0"/>
              <a:t>We can do this by applying a passive intrinsic or extrinsic rotation.</a:t>
            </a:r>
          </a:p>
        </p:txBody>
      </p:sp>
    </p:spTree>
    <p:extLst>
      <p:ext uri="{BB962C8B-B14F-4D97-AF65-F5344CB8AC3E}">
        <p14:creationId xmlns:p14="http://schemas.microsoft.com/office/powerpoint/2010/main" val="4181494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EC29F-EDB0-FA56-A1E0-625BB96AAF64}"/>
              </a:ext>
            </a:extLst>
          </p:cNvPr>
          <p:cNvSpPr>
            <a:spLocks noGrp="1"/>
          </p:cNvSpPr>
          <p:nvPr>
            <p:ph type="title"/>
          </p:nvPr>
        </p:nvSpPr>
        <p:spPr>
          <a:xfrm>
            <a:off x="4683760" y="136525"/>
            <a:ext cx="7308172" cy="970915"/>
          </a:xfrm>
        </p:spPr>
        <p:txBody>
          <a:bodyPr/>
          <a:lstStyle/>
          <a:p>
            <a:r>
              <a:rPr lang="en-US" dirty="0"/>
              <a:t>Calculate q in detector space</a:t>
            </a:r>
          </a:p>
        </p:txBody>
      </p:sp>
      <p:grpSp>
        <p:nvGrpSpPr>
          <p:cNvPr id="5" name="Group 4">
            <a:extLst>
              <a:ext uri="{FF2B5EF4-FFF2-40B4-BE49-F238E27FC236}">
                <a16:creationId xmlns:a16="http://schemas.microsoft.com/office/drawing/2014/main" id="{12A85633-9C09-0BD1-307C-679F4256012B}"/>
              </a:ext>
            </a:extLst>
          </p:cNvPr>
          <p:cNvGrpSpPr/>
          <p:nvPr/>
        </p:nvGrpSpPr>
        <p:grpSpPr>
          <a:xfrm>
            <a:off x="327660" y="1045094"/>
            <a:ext cx="3974110" cy="5391150"/>
            <a:chOff x="368300" y="298334"/>
            <a:chExt cx="3974110" cy="5391150"/>
          </a:xfrm>
        </p:grpSpPr>
        <p:pic>
          <p:nvPicPr>
            <p:cNvPr id="6" name="Picture 2">
              <a:extLst>
                <a:ext uri="{FF2B5EF4-FFF2-40B4-BE49-F238E27FC236}">
                  <a16:creationId xmlns:a16="http://schemas.microsoft.com/office/drawing/2014/main" id="{74F01363-679F-AEAD-33B6-BA66AE2DD79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4326"/>
            <a:stretch/>
          </p:blipFill>
          <p:spPr bwMode="auto">
            <a:xfrm>
              <a:off x="370620" y="298334"/>
              <a:ext cx="3971790" cy="539115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B053703-AB9C-8E37-322B-17C85A42FA6B}"/>
                    </a:ext>
                  </a:extLst>
                </p:cNvPr>
                <p:cNvSpPr txBox="1"/>
                <p:nvPr/>
              </p:nvSpPr>
              <p:spPr>
                <a:xfrm>
                  <a:off x="4008318" y="2013069"/>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𝑧</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1B053703-AB9C-8E37-322B-17C85A42FA6B}"/>
                    </a:ext>
                  </a:extLst>
                </p:cNvPr>
                <p:cNvSpPr txBox="1">
                  <a:spLocks noRot="1" noChangeAspect="1" noMove="1" noResize="1" noEditPoints="1" noAdjustHandles="1" noChangeArrowheads="1" noChangeShapeType="1" noTextEdit="1"/>
                </p:cNvSpPr>
                <p:nvPr/>
              </p:nvSpPr>
              <p:spPr>
                <a:xfrm>
                  <a:off x="4008318" y="2013069"/>
                  <a:ext cx="302425"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0D806B7-C3F0-D564-F8AB-17600AD02256}"/>
                    </a:ext>
                  </a:extLst>
                </p:cNvPr>
                <p:cNvSpPr txBox="1"/>
                <p:nvPr/>
              </p:nvSpPr>
              <p:spPr>
                <a:xfrm>
                  <a:off x="3240969" y="748346"/>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𝑦</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A0D806B7-C3F0-D564-F8AB-17600AD02256}"/>
                    </a:ext>
                  </a:extLst>
                </p:cNvPr>
                <p:cNvSpPr txBox="1">
                  <a:spLocks noRot="1" noChangeAspect="1" noMove="1" noResize="1" noEditPoints="1" noAdjustHandles="1" noChangeArrowheads="1" noChangeShapeType="1" noTextEdit="1"/>
                </p:cNvSpPr>
                <p:nvPr/>
              </p:nvSpPr>
              <p:spPr>
                <a:xfrm>
                  <a:off x="3240969" y="748346"/>
                  <a:ext cx="302425" cy="369332"/>
                </a:xfrm>
                <a:prstGeom prst="rect">
                  <a:avLst/>
                </a:prstGeom>
                <a:blipFill>
                  <a:blip r:embed="rId4"/>
                  <a:stretch>
                    <a:fillRect l="-10000"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3F43106-2E31-FC8A-54A6-62B31448C4E4}"/>
                    </a:ext>
                  </a:extLst>
                </p:cNvPr>
                <p:cNvSpPr txBox="1"/>
                <p:nvPr/>
              </p:nvSpPr>
              <p:spPr>
                <a:xfrm>
                  <a:off x="2620885" y="1223360"/>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𝑥</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83F43106-2E31-FC8A-54A6-62B31448C4E4}"/>
                    </a:ext>
                  </a:extLst>
                </p:cNvPr>
                <p:cNvSpPr txBox="1">
                  <a:spLocks noRot="1" noChangeAspect="1" noMove="1" noResize="1" noEditPoints="1" noAdjustHandles="1" noChangeArrowheads="1" noChangeShapeType="1" noTextEdit="1"/>
                </p:cNvSpPr>
                <p:nvPr/>
              </p:nvSpPr>
              <p:spPr>
                <a:xfrm>
                  <a:off x="2620885" y="1223360"/>
                  <a:ext cx="302425"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1A6354C-2966-48CF-C216-089EC79277B3}"/>
                    </a:ext>
                  </a:extLst>
                </p:cNvPr>
                <p:cNvSpPr txBox="1"/>
                <p:nvPr/>
              </p:nvSpPr>
              <p:spPr>
                <a:xfrm>
                  <a:off x="1938260" y="1693260"/>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cs typeface="Times New Roman" panose="02020603050405020304" pitchFamily="18" charset="0"/>
                          </a:rPr>
                          <m:t>𝜃</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71A6354C-2966-48CF-C216-089EC79277B3}"/>
                    </a:ext>
                  </a:extLst>
                </p:cNvPr>
                <p:cNvSpPr txBox="1">
                  <a:spLocks noRot="1" noChangeAspect="1" noMove="1" noResize="1" noEditPoints="1" noAdjustHandles="1" noChangeArrowheads="1" noChangeShapeType="1" noTextEdit="1"/>
                </p:cNvSpPr>
                <p:nvPr/>
              </p:nvSpPr>
              <p:spPr>
                <a:xfrm>
                  <a:off x="1938260" y="1693260"/>
                  <a:ext cx="302425" cy="369332"/>
                </a:xfrm>
                <a:prstGeom prst="rect">
                  <a:avLst/>
                </a:prstGeom>
                <a:blipFill>
                  <a:blip r:embed="rId6"/>
                  <a:stretch>
                    <a:fillRect l="-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B14B423-64F2-9910-4C88-B1DDF8C4406B}"/>
                    </a:ext>
                  </a:extLst>
                </p:cNvPr>
                <p:cNvSpPr txBox="1"/>
                <p:nvPr/>
              </p:nvSpPr>
              <p:spPr>
                <a:xfrm>
                  <a:off x="1502209" y="967975"/>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𝑦</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0B14B423-64F2-9910-4C88-B1DDF8C4406B}"/>
                    </a:ext>
                  </a:extLst>
                </p:cNvPr>
                <p:cNvSpPr txBox="1">
                  <a:spLocks noRot="1" noChangeAspect="1" noMove="1" noResize="1" noEditPoints="1" noAdjustHandles="1" noChangeArrowheads="1" noChangeShapeType="1" noTextEdit="1"/>
                </p:cNvSpPr>
                <p:nvPr/>
              </p:nvSpPr>
              <p:spPr>
                <a:xfrm>
                  <a:off x="1502209" y="967975"/>
                  <a:ext cx="302425" cy="369332"/>
                </a:xfrm>
                <a:prstGeom prst="rect">
                  <a:avLst/>
                </a:prstGeom>
                <a:blipFill>
                  <a:blip r:embed="rId7"/>
                  <a:stretch>
                    <a:fillRect l="-10204"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96D5736-5780-C95B-FB36-891E7661FD7C}"/>
                    </a:ext>
                  </a:extLst>
                </p:cNvPr>
                <p:cNvSpPr txBox="1"/>
                <p:nvPr/>
              </p:nvSpPr>
              <p:spPr>
                <a:xfrm>
                  <a:off x="1066094" y="1258285"/>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𝑥</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996D5736-5780-C95B-FB36-891E7661FD7C}"/>
                    </a:ext>
                  </a:extLst>
                </p:cNvPr>
                <p:cNvSpPr txBox="1">
                  <a:spLocks noRot="1" noChangeAspect="1" noMove="1" noResize="1" noEditPoints="1" noAdjustHandles="1" noChangeArrowheads="1" noChangeShapeType="1" noTextEdit="1"/>
                </p:cNvSpPr>
                <p:nvPr/>
              </p:nvSpPr>
              <p:spPr>
                <a:xfrm>
                  <a:off x="1066094" y="1258285"/>
                  <a:ext cx="302425"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8BA95D7-A118-9554-3F11-E9D6407941EB}"/>
                    </a:ext>
                  </a:extLst>
                </p:cNvPr>
                <p:cNvSpPr txBox="1"/>
                <p:nvPr/>
              </p:nvSpPr>
              <p:spPr>
                <a:xfrm>
                  <a:off x="810059" y="3481822"/>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𝑋</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id="{88BA95D7-A118-9554-3F11-E9D6407941EB}"/>
                    </a:ext>
                  </a:extLst>
                </p:cNvPr>
                <p:cNvSpPr txBox="1">
                  <a:spLocks noRot="1" noChangeAspect="1" noMove="1" noResize="1" noEditPoints="1" noAdjustHandles="1" noChangeArrowheads="1" noChangeShapeType="1" noTextEdit="1"/>
                </p:cNvSpPr>
                <p:nvPr/>
              </p:nvSpPr>
              <p:spPr>
                <a:xfrm>
                  <a:off x="810059" y="3481822"/>
                  <a:ext cx="302425" cy="369332"/>
                </a:xfrm>
                <a:prstGeom prst="rect">
                  <a:avLst/>
                </a:prstGeom>
                <a:blipFill>
                  <a:blip r:embed="rId9"/>
                  <a:stretch>
                    <a:fillRect l="-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E79809B-076E-EF38-C8BA-FDB37D4782A9}"/>
                    </a:ext>
                  </a:extLst>
                </p:cNvPr>
                <p:cNvSpPr txBox="1"/>
                <p:nvPr/>
              </p:nvSpPr>
              <p:spPr>
                <a:xfrm>
                  <a:off x="368300" y="3429000"/>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𝑌</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FE79809B-076E-EF38-C8BA-FDB37D4782A9}"/>
                    </a:ext>
                  </a:extLst>
                </p:cNvPr>
                <p:cNvSpPr txBox="1">
                  <a:spLocks noRot="1" noChangeAspect="1" noMove="1" noResize="1" noEditPoints="1" noAdjustHandles="1" noChangeArrowheads="1" noChangeShapeType="1" noTextEdit="1"/>
                </p:cNvSpPr>
                <p:nvPr/>
              </p:nvSpPr>
              <p:spPr>
                <a:xfrm>
                  <a:off x="368300" y="3429000"/>
                  <a:ext cx="302425" cy="369332"/>
                </a:xfrm>
                <a:prstGeom prst="rect">
                  <a:avLst/>
                </a:prstGeom>
                <a:blipFill>
                  <a:blip r:embed="rId10"/>
                  <a:stretch>
                    <a:fillRect l="-102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AD50E58-3D74-348A-9EB4-A7B3DD17DB4C}"/>
                    </a:ext>
                  </a:extLst>
                </p:cNvPr>
                <p:cNvSpPr txBox="1"/>
                <p:nvPr/>
              </p:nvSpPr>
              <p:spPr>
                <a:xfrm>
                  <a:off x="1032309" y="4075547"/>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𝑍</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5" name="TextBox 14">
                  <a:extLst>
                    <a:ext uri="{FF2B5EF4-FFF2-40B4-BE49-F238E27FC236}">
                      <a16:creationId xmlns:a16="http://schemas.microsoft.com/office/drawing/2014/main" id="{3AD50E58-3D74-348A-9EB4-A7B3DD17DB4C}"/>
                    </a:ext>
                  </a:extLst>
                </p:cNvPr>
                <p:cNvSpPr txBox="1">
                  <a:spLocks noRot="1" noChangeAspect="1" noMove="1" noResize="1" noEditPoints="1" noAdjustHandles="1" noChangeArrowheads="1" noChangeShapeType="1" noTextEdit="1"/>
                </p:cNvSpPr>
                <p:nvPr/>
              </p:nvSpPr>
              <p:spPr>
                <a:xfrm>
                  <a:off x="1032309" y="4075547"/>
                  <a:ext cx="302425" cy="369332"/>
                </a:xfrm>
                <a:prstGeom prst="rect">
                  <a:avLst/>
                </a:prstGeom>
                <a:blipFill>
                  <a:blip r:embed="rId11"/>
                  <a:stretch>
                    <a:fillRect l="-102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BD2DA54-2CE9-36B1-A4D9-2E2A022448C2}"/>
                    </a:ext>
                  </a:extLst>
                </p:cNvPr>
                <p:cNvSpPr txBox="1"/>
                <p:nvPr/>
              </p:nvSpPr>
              <p:spPr>
                <a:xfrm>
                  <a:off x="3903553" y="4184769"/>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𝑧</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6" name="TextBox 15">
                  <a:extLst>
                    <a:ext uri="{FF2B5EF4-FFF2-40B4-BE49-F238E27FC236}">
                      <a16:creationId xmlns:a16="http://schemas.microsoft.com/office/drawing/2014/main" id="{7BD2DA54-2CE9-36B1-A4D9-2E2A022448C2}"/>
                    </a:ext>
                  </a:extLst>
                </p:cNvPr>
                <p:cNvSpPr txBox="1">
                  <a:spLocks noRot="1" noChangeAspect="1" noMove="1" noResize="1" noEditPoints="1" noAdjustHandles="1" noChangeArrowheads="1" noChangeShapeType="1" noTextEdit="1"/>
                </p:cNvSpPr>
                <p:nvPr/>
              </p:nvSpPr>
              <p:spPr>
                <a:xfrm>
                  <a:off x="3903553" y="4184769"/>
                  <a:ext cx="302425"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62FD1BF-B4FE-FEB8-5AB5-C0602B9A4569}"/>
                    </a:ext>
                  </a:extLst>
                </p:cNvPr>
                <p:cNvSpPr txBox="1"/>
                <p:nvPr/>
              </p:nvSpPr>
              <p:spPr>
                <a:xfrm>
                  <a:off x="3310636" y="3372319"/>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𝑦</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7" name="TextBox 16">
                  <a:extLst>
                    <a:ext uri="{FF2B5EF4-FFF2-40B4-BE49-F238E27FC236}">
                      <a16:creationId xmlns:a16="http://schemas.microsoft.com/office/drawing/2014/main" id="{862FD1BF-B4FE-FEB8-5AB5-C0602B9A4569}"/>
                    </a:ext>
                  </a:extLst>
                </p:cNvPr>
                <p:cNvSpPr txBox="1">
                  <a:spLocks noRot="1" noChangeAspect="1" noMove="1" noResize="1" noEditPoints="1" noAdjustHandles="1" noChangeArrowheads="1" noChangeShapeType="1" noTextEdit="1"/>
                </p:cNvSpPr>
                <p:nvPr/>
              </p:nvSpPr>
              <p:spPr>
                <a:xfrm>
                  <a:off x="3310636" y="3372319"/>
                  <a:ext cx="302425" cy="369332"/>
                </a:xfrm>
                <a:prstGeom prst="rect">
                  <a:avLst/>
                </a:prstGeom>
                <a:blipFill>
                  <a:blip r:embed="rId13"/>
                  <a:stretch>
                    <a:fillRect l="-8000"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D5815C8-F52D-9BF0-198E-5337E41D9C5C}"/>
                    </a:ext>
                  </a:extLst>
                </p:cNvPr>
                <p:cNvSpPr txBox="1"/>
                <p:nvPr/>
              </p:nvSpPr>
              <p:spPr>
                <a:xfrm>
                  <a:off x="2919345" y="3556985"/>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𝑥</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8" name="TextBox 17">
                  <a:extLst>
                    <a:ext uri="{FF2B5EF4-FFF2-40B4-BE49-F238E27FC236}">
                      <a16:creationId xmlns:a16="http://schemas.microsoft.com/office/drawing/2014/main" id="{5D5815C8-F52D-9BF0-198E-5337E41D9C5C}"/>
                    </a:ext>
                  </a:extLst>
                </p:cNvPr>
                <p:cNvSpPr txBox="1">
                  <a:spLocks noRot="1" noChangeAspect="1" noMove="1" noResize="1" noEditPoints="1" noAdjustHandles="1" noChangeArrowheads="1" noChangeShapeType="1" noTextEdit="1"/>
                </p:cNvSpPr>
                <p:nvPr/>
              </p:nvSpPr>
              <p:spPr>
                <a:xfrm>
                  <a:off x="2919345" y="3556985"/>
                  <a:ext cx="302425"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D74AA28-BAF9-A17C-FD06-67E6E5537159}"/>
                    </a:ext>
                  </a:extLst>
                </p:cNvPr>
                <p:cNvSpPr txBox="1"/>
                <p:nvPr/>
              </p:nvSpPr>
              <p:spPr>
                <a:xfrm>
                  <a:off x="2989255" y="4224772"/>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𝑞</m:t>
                            </m:r>
                          </m:e>
                          <m:sub>
                            <m:r>
                              <a:rPr lang="en-US" b="0" i="1" smtClean="0">
                                <a:latin typeface="Cambria Math" panose="02040503050406030204" pitchFamily="18" charset="0"/>
                                <a:cs typeface="Times New Roman" panose="02020603050405020304" pitchFamily="18" charset="0"/>
                              </a:rPr>
                              <m:t>𝑍</m:t>
                            </m:r>
                          </m:sub>
                        </m:sSub>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9" name="TextBox 18">
                  <a:extLst>
                    <a:ext uri="{FF2B5EF4-FFF2-40B4-BE49-F238E27FC236}">
                      <a16:creationId xmlns:a16="http://schemas.microsoft.com/office/drawing/2014/main" id="{CD74AA28-BAF9-A17C-FD06-67E6E5537159}"/>
                    </a:ext>
                  </a:extLst>
                </p:cNvPr>
                <p:cNvSpPr txBox="1">
                  <a:spLocks noRot="1" noChangeAspect="1" noMove="1" noResize="1" noEditPoints="1" noAdjustHandles="1" noChangeArrowheads="1" noChangeShapeType="1" noTextEdit="1"/>
                </p:cNvSpPr>
                <p:nvPr/>
              </p:nvSpPr>
              <p:spPr>
                <a:xfrm>
                  <a:off x="2989255" y="4224772"/>
                  <a:ext cx="302425" cy="369332"/>
                </a:xfrm>
                <a:prstGeom prst="rect">
                  <a:avLst/>
                </a:prstGeom>
                <a:blipFill>
                  <a:blip r:embed="rId15"/>
                  <a:stretch>
                    <a:fillRect l="-28571"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59E1AE4-8409-3C8C-0331-E5A9E19A0850}"/>
                    </a:ext>
                  </a:extLst>
                </p:cNvPr>
                <p:cNvSpPr txBox="1"/>
                <p:nvPr/>
              </p:nvSpPr>
              <p:spPr>
                <a:xfrm>
                  <a:off x="2679266" y="3509482"/>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𝑞</m:t>
                            </m:r>
                          </m:e>
                          <m:sub>
                            <m:r>
                              <a:rPr lang="en-US" b="0" i="1" smtClean="0">
                                <a:latin typeface="Cambria Math" panose="02040503050406030204" pitchFamily="18" charset="0"/>
                                <a:cs typeface="Times New Roman" panose="02020603050405020304" pitchFamily="18" charset="0"/>
                              </a:rPr>
                              <m:t>𝑋</m:t>
                            </m:r>
                          </m:sub>
                        </m:sSub>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20" name="TextBox 19">
                  <a:extLst>
                    <a:ext uri="{FF2B5EF4-FFF2-40B4-BE49-F238E27FC236}">
                      <a16:creationId xmlns:a16="http://schemas.microsoft.com/office/drawing/2014/main" id="{759E1AE4-8409-3C8C-0331-E5A9E19A0850}"/>
                    </a:ext>
                  </a:extLst>
                </p:cNvPr>
                <p:cNvSpPr txBox="1">
                  <a:spLocks noRot="1" noChangeAspect="1" noMove="1" noResize="1" noEditPoints="1" noAdjustHandles="1" noChangeArrowheads="1" noChangeShapeType="1" noTextEdit="1"/>
                </p:cNvSpPr>
                <p:nvPr/>
              </p:nvSpPr>
              <p:spPr>
                <a:xfrm>
                  <a:off x="2679266" y="3509482"/>
                  <a:ext cx="302425" cy="369332"/>
                </a:xfrm>
                <a:prstGeom prst="rect">
                  <a:avLst/>
                </a:prstGeom>
                <a:blipFill>
                  <a:blip r:embed="rId16"/>
                  <a:stretch>
                    <a:fillRect l="-28571"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8FB5A0D-259E-0D99-EE9F-DA211DC49F20}"/>
                    </a:ext>
                  </a:extLst>
                </p:cNvPr>
                <p:cNvSpPr txBox="1"/>
                <p:nvPr/>
              </p:nvSpPr>
              <p:spPr>
                <a:xfrm>
                  <a:off x="2165506" y="3706215"/>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𝑞</m:t>
                            </m:r>
                          </m:e>
                          <m:sub>
                            <m:r>
                              <a:rPr lang="en-US" b="0" i="1" smtClean="0">
                                <a:latin typeface="Cambria Math" panose="02040503050406030204" pitchFamily="18" charset="0"/>
                                <a:cs typeface="Times New Roman" panose="02020603050405020304" pitchFamily="18" charset="0"/>
                              </a:rPr>
                              <m:t>𝑌</m:t>
                            </m:r>
                          </m:sub>
                        </m:sSub>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21" name="TextBox 20">
                  <a:extLst>
                    <a:ext uri="{FF2B5EF4-FFF2-40B4-BE49-F238E27FC236}">
                      <a16:creationId xmlns:a16="http://schemas.microsoft.com/office/drawing/2014/main" id="{68FB5A0D-259E-0D99-EE9F-DA211DC49F20}"/>
                    </a:ext>
                  </a:extLst>
                </p:cNvPr>
                <p:cNvSpPr txBox="1">
                  <a:spLocks noRot="1" noChangeAspect="1" noMove="1" noResize="1" noEditPoints="1" noAdjustHandles="1" noChangeArrowheads="1" noChangeShapeType="1" noTextEdit="1"/>
                </p:cNvSpPr>
                <p:nvPr/>
              </p:nvSpPr>
              <p:spPr>
                <a:xfrm>
                  <a:off x="2165506" y="3706215"/>
                  <a:ext cx="302425" cy="369332"/>
                </a:xfrm>
                <a:prstGeom prst="rect">
                  <a:avLst/>
                </a:prstGeom>
                <a:blipFill>
                  <a:blip r:embed="rId17"/>
                  <a:stretch>
                    <a:fillRect l="-28571" b="-819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154494E-7E44-D667-2B62-FD9A56E060A4}"/>
                  </a:ext>
                </a:extLst>
              </p:cNvPr>
              <p:cNvSpPr txBox="1"/>
              <p:nvPr/>
            </p:nvSpPr>
            <p:spPr>
              <a:xfrm>
                <a:off x="6670040" y="1229360"/>
                <a:ext cx="3111686" cy="393185"/>
              </a:xfrm>
              <a:prstGeom prst="rect">
                <a:avLst/>
              </a:prstGeom>
              <a:noFill/>
            </p:spPr>
            <p:txBody>
              <a:bodyPr wrap="none" lIns="0" tIns="0" rIns="0" bIns="0"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rPr>
                          <m:t>𝜋</m:t>
                        </m:r>
                      </m:num>
                      <m:den>
                        <m:r>
                          <a:rPr lang="en-US" b="0" i="1" smtClean="0">
                            <a:latin typeface="Cambria Math" panose="02040503050406030204" pitchFamily="18" charset="0"/>
                          </a:rPr>
                          <m:t>𝜆</m:t>
                        </m:r>
                      </m:den>
                    </m:f>
                  </m:oMath>
                </a14:m>
                <a:r>
                  <a:rPr lang="en-US" dirty="0"/>
                  <a:t>, radius of Ewald sphere</a:t>
                </a:r>
              </a:p>
            </p:txBody>
          </p:sp>
        </mc:Choice>
        <mc:Fallback xmlns="">
          <p:sp>
            <p:nvSpPr>
              <p:cNvPr id="22" name="TextBox 21">
                <a:extLst>
                  <a:ext uri="{FF2B5EF4-FFF2-40B4-BE49-F238E27FC236}">
                    <a16:creationId xmlns:a16="http://schemas.microsoft.com/office/drawing/2014/main" id="{3154494E-7E44-D667-2B62-FD9A56E060A4}"/>
                  </a:ext>
                </a:extLst>
              </p:cNvPr>
              <p:cNvSpPr txBox="1">
                <a:spLocks noRot="1" noChangeAspect="1" noMove="1" noResize="1" noEditPoints="1" noAdjustHandles="1" noChangeArrowheads="1" noChangeShapeType="1" noTextEdit="1"/>
              </p:cNvSpPr>
              <p:nvPr/>
            </p:nvSpPr>
            <p:spPr>
              <a:xfrm>
                <a:off x="6670040" y="1229360"/>
                <a:ext cx="3111686" cy="393185"/>
              </a:xfrm>
              <a:prstGeom prst="rect">
                <a:avLst/>
              </a:prstGeom>
              <a:blipFill>
                <a:blip r:embed="rId18"/>
                <a:stretch>
                  <a:fillRect l="-2740" t="-3125" r="-3718" b="-234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B46A11B9-5DC3-0942-C856-D0179285C361}"/>
                  </a:ext>
                </a:extLst>
              </p:cNvPr>
              <p:cNvSpPr txBox="1"/>
              <p:nvPr/>
            </p:nvSpPr>
            <p:spPr>
              <a:xfrm>
                <a:off x="5701672" y="1899401"/>
                <a:ext cx="1139286" cy="730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m:t>
                          </m:r>
                        </m:sub>
                      </m:sSub>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mr>
                            <m:mr>
                              <m:e>
                                <m:r>
                                  <a:rPr lang="en-US" b="0" i="1" smtClean="0">
                                    <a:latin typeface="Cambria Math" panose="02040503050406030204" pitchFamily="18" charset="0"/>
                                  </a:rPr>
                                  <m:t>0</m:t>
                                </m:r>
                              </m:e>
                            </m:mr>
                            <m:mr>
                              <m:e>
                                <m:r>
                                  <a:rPr lang="en-US" b="0" i="1" smtClean="0">
                                    <a:latin typeface="Cambria Math" panose="02040503050406030204" pitchFamily="18" charset="0"/>
                                  </a:rPr>
                                  <m:t>1</m:t>
                                </m:r>
                              </m:e>
                            </m:mr>
                          </m:m>
                        </m:e>
                      </m:d>
                    </m:oMath>
                  </m:oMathPara>
                </a14:m>
                <a:endParaRPr lang="en-US" dirty="0"/>
              </a:p>
            </p:txBody>
          </p:sp>
        </mc:Choice>
        <mc:Fallback xmlns="">
          <p:sp>
            <p:nvSpPr>
              <p:cNvPr id="23" name="TextBox 22">
                <a:extLst>
                  <a:ext uri="{FF2B5EF4-FFF2-40B4-BE49-F238E27FC236}">
                    <a16:creationId xmlns:a16="http://schemas.microsoft.com/office/drawing/2014/main" id="{B46A11B9-5DC3-0942-C856-D0179285C361}"/>
                  </a:ext>
                </a:extLst>
              </p:cNvPr>
              <p:cNvSpPr txBox="1">
                <a:spLocks noRot="1" noChangeAspect="1" noMove="1" noResize="1" noEditPoints="1" noAdjustHandles="1" noChangeArrowheads="1" noChangeShapeType="1" noTextEdit="1"/>
              </p:cNvSpPr>
              <p:nvPr/>
            </p:nvSpPr>
            <p:spPr>
              <a:xfrm>
                <a:off x="5701672" y="1899401"/>
                <a:ext cx="1139286" cy="730777"/>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38C592D-646E-B61C-B03E-59B89025728C}"/>
                  </a:ext>
                </a:extLst>
              </p:cNvPr>
              <p:cNvSpPr txBox="1"/>
              <p:nvPr/>
            </p:nvSpPr>
            <p:spPr>
              <a:xfrm>
                <a:off x="7757360" y="1819112"/>
                <a:ext cx="2369238" cy="8803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𝑓</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m:t>
                          </m:r>
                        </m:sub>
                      </m:sSub>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func>
                                  <m:funcPr>
                                    <m:ctrlPr>
                                      <a:rPr lang="en-US" b="0" i="1" smtClean="0">
                                        <a:latin typeface="Cambria Math" panose="02040503050406030204" pitchFamily="18" charset="0"/>
                                      </a:rPr>
                                    </m:ctrlPr>
                                  </m:funcPr>
                                  <m:fName>
                                    <m:r>
                                      <m:rPr>
                                        <m:sty m:val="p"/>
                                        <m:brk m:alnAt="7"/>
                                      </m:rPr>
                                      <a:rPr lang="en-US" b="0" i="0" smtClean="0">
                                        <a:latin typeface="Cambria Math" panose="02040503050406030204" pitchFamily="18" charset="0"/>
                                      </a:rPr>
                                      <m:t>s</m:t>
                                    </m:r>
                                    <m:r>
                                      <m:rPr>
                                        <m:sty m:val="p"/>
                                      </m:rPr>
                                      <a:rPr lang="en-US" b="0" i="0" smtClean="0">
                                        <a:latin typeface="Cambria Math" panose="02040503050406030204" pitchFamily="18" charset="0"/>
                                      </a:rPr>
                                      <m:t>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𝛾</m:t>
                                        </m:r>
                                      </m:e>
                                    </m:d>
                                  </m:e>
                                </m:func>
                                <m:func>
                                  <m:funcPr>
                                    <m:ctrlPr>
                                      <a:rPr lang="en-US" b="0" i="1" smtClean="0">
                                        <a:latin typeface="Cambria Math" panose="02040503050406030204" pitchFamily="18" charset="0"/>
                                      </a:rPr>
                                    </m:ctrlPr>
                                  </m:funcPr>
                                  <m:fName>
                                    <m:r>
                                      <m:rPr>
                                        <m:sty m:val="p"/>
                                        <m:brk m:alnAt="7"/>
                                      </m:rPr>
                                      <a:rPr lang="en-US" b="0" i="0" smtClean="0">
                                        <a:latin typeface="Cambria Math" panose="02040503050406030204" pitchFamily="18" charset="0"/>
                                      </a:rPr>
                                      <m:t>c</m:t>
                                    </m:r>
                                    <m:r>
                                      <m:rPr>
                                        <m:sty m:val="p"/>
                                      </m:rPr>
                                      <a:rPr lang="en-US" b="0" i="0" smtClean="0">
                                        <a:latin typeface="Cambria Math" panose="02040503050406030204" pitchFamily="18" charset="0"/>
                                      </a:rPr>
                                      <m:t>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𝛿</m:t>
                                        </m:r>
                                      </m:e>
                                    </m:d>
                                  </m:e>
                                </m:func>
                              </m:e>
                            </m:mr>
                            <m:m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r>
                                      <m:rPr>
                                        <m:sty m:val="p"/>
                                      </m:rPr>
                                      <a:rPr lang="en-US" b="0" i="1" smtClean="0">
                                        <a:latin typeface="Cambria Math" panose="02040503050406030204" pitchFamily="18" charset="0"/>
                                      </a:rPr>
                                      <m:t>δ</m:t>
                                    </m:r>
                                  </m:e>
                                </m:func>
                              </m:e>
                            </m:mr>
                            <m:m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𝛾</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𝛿</m:t>
                                        </m:r>
                                      </m:e>
                                    </m:d>
                                  </m:e>
                                </m:func>
                              </m:e>
                            </m:mr>
                          </m:m>
                        </m:e>
                      </m:d>
                    </m:oMath>
                  </m:oMathPara>
                </a14:m>
                <a:endParaRPr lang="en-US" dirty="0"/>
              </a:p>
            </p:txBody>
          </p:sp>
        </mc:Choice>
        <mc:Fallback xmlns="">
          <p:sp>
            <p:nvSpPr>
              <p:cNvPr id="24" name="TextBox 23">
                <a:extLst>
                  <a:ext uri="{FF2B5EF4-FFF2-40B4-BE49-F238E27FC236}">
                    <a16:creationId xmlns:a16="http://schemas.microsoft.com/office/drawing/2014/main" id="{538C592D-646E-B61C-B03E-59B89025728C}"/>
                  </a:ext>
                </a:extLst>
              </p:cNvPr>
              <p:cNvSpPr txBox="1">
                <a:spLocks noRot="1" noChangeAspect="1" noMove="1" noResize="1" noEditPoints="1" noAdjustHandles="1" noChangeArrowheads="1" noChangeShapeType="1" noTextEdit="1"/>
              </p:cNvSpPr>
              <p:nvPr/>
            </p:nvSpPr>
            <p:spPr>
              <a:xfrm>
                <a:off x="7757360" y="1819112"/>
                <a:ext cx="2369238" cy="880369"/>
              </a:xfrm>
              <a:prstGeom prst="rect">
                <a:avLst/>
              </a:prstGeom>
              <a:blipFill>
                <a:blip r:embed="rId20"/>
                <a:stretch>
                  <a:fillRect/>
                </a:stretch>
              </a:blipFill>
            </p:spPr>
            <p:txBody>
              <a:bodyPr/>
              <a:lstStyle/>
              <a:p>
                <a:r>
                  <a:rPr lang="en-US">
                    <a:noFill/>
                  </a:rPr>
                  <a:t> </a:t>
                </a:r>
              </a:p>
            </p:txBody>
          </p:sp>
        </mc:Fallback>
      </mc:AlternateContent>
      <p:sp>
        <p:nvSpPr>
          <p:cNvPr id="25" name="Right Triangle 24">
            <a:extLst>
              <a:ext uri="{FF2B5EF4-FFF2-40B4-BE49-F238E27FC236}">
                <a16:creationId xmlns:a16="http://schemas.microsoft.com/office/drawing/2014/main" id="{521CE21D-619D-92B8-CEAB-B345F6FD2250}"/>
              </a:ext>
            </a:extLst>
          </p:cNvPr>
          <p:cNvSpPr/>
          <p:nvPr/>
        </p:nvSpPr>
        <p:spPr>
          <a:xfrm flipH="1">
            <a:off x="4609052" y="3111401"/>
            <a:ext cx="2381425" cy="621475"/>
          </a:xfrm>
          <a:prstGeom prst="r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36355A7-14EB-66DB-97D1-5A2415FDCC59}"/>
                  </a:ext>
                </a:extLst>
              </p:cNvPr>
              <p:cNvSpPr txBox="1"/>
              <p:nvPr/>
            </p:nvSpPr>
            <p:spPr>
              <a:xfrm rot="20702461">
                <a:off x="5325935" y="2962972"/>
                <a:ext cx="1232266" cy="3915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𝑓</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m:t>
                          </m:r>
                        </m:sub>
                      </m:sSub>
                    </m:oMath>
                  </m:oMathPara>
                </a14:m>
                <a:endParaRPr lang="en-US" dirty="0"/>
              </a:p>
            </p:txBody>
          </p:sp>
        </mc:Choice>
        <mc:Fallback xmlns="">
          <p:sp>
            <p:nvSpPr>
              <p:cNvPr id="26" name="TextBox 25">
                <a:extLst>
                  <a:ext uri="{FF2B5EF4-FFF2-40B4-BE49-F238E27FC236}">
                    <a16:creationId xmlns:a16="http://schemas.microsoft.com/office/drawing/2014/main" id="{B36355A7-14EB-66DB-97D1-5A2415FDCC59}"/>
                  </a:ext>
                </a:extLst>
              </p:cNvPr>
              <p:cNvSpPr txBox="1">
                <a:spLocks noRot="1" noChangeAspect="1" noMove="1" noResize="1" noEditPoints="1" noAdjustHandles="1" noChangeArrowheads="1" noChangeShapeType="1" noTextEdit="1"/>
              </p:cNvSpPr>
              <p:nvPr/>
            </p:nvSpPr>
            <p:spPr>
              <a:xfrm rot="20702461">
                <a:off x="5325935" y="2962972"/>
                <a:ext cx="1232266" cy="39158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ABFD9FE-CFE3-31FB-1AAA-8587B6253260}"/>
                  </a:ext>
                </a:extLst>
              </p:cNvPr>
              <p:cNvSpPr txBox="1"/>
              <p:nvPr/>
            </p:nvSpPr>
            <p:spPr>
              <a:xfrm>
                <a:off x="5334230" y="3506959"/>
                <a:ext cx="17896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𝛿</m:t>
                      </m:r>
                    </m:oMath>
                  </m:oMathPara>
                </a14:m>
                <a:endParaRPr lang="en-US" dirty="0"/>
              </a:p>
            </p:txBody>
          </p:sp>
        </mc:Choice>
        <mc:Fallback xmlns="">
          <p:sp>
            <p:nvSpPr>
              <p:cNvPr id="27" name="TextBox 26">
                <a:extLst>
                  <a:ext uri="{FF2B5EF4-FFF2-40B4-BE49-F238E27FC236}">
                    <a16:creationId xmlns:a16="http://schemas.microsoft.com/office/drawing/2014/main" id="{1ABFD9FE-CFE3-31FB-1AAA-8587B6253260}"/>
                  </a:ext>
                </a:extLst>
              </p:cNvPr>
              <p:cNvSpPr txBox="1">
                <a:spLocks noRot="1" noChangeAspect="1" noMove="1" noResize="1" noEditPoints="1" noAdjustHandles="1" noChangeArrowheads="1" noChangeShapeType="1" noTextEdit="1"/>
              </p:cNvSpPr>
              <p:nvPr/>
            </p:nvSpPr>
            <p:spPr>
              <a:xfrm>
                <a:off x="5334230" y="3506959"/>
                <a:ext cx="178960" cy="276999"/>
              </a:xfrm>
              <a:prstGeom prst="rect">
                <a:avLst/>
              </a:prstGeom>
              <a:blipFill>
                <a:blip r:embed="rId22"/>
                <a:stretch>
                  <a:fillRect l="-34483" r="-31034" b="-6522"/>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755F7359-D8DA-7A16-46B7-01E3784D9959}"/>
              </a:ext>
            </a:extLst>
          </p:cNvPr>
          <p:cNvSpPr/>
          <p:nvPr/>
        </p:nvSpPr>
        <p:spPr>
          <a:xfrm>
            <a:off x="6815884" y="3588241"/>
            <a:ext cx="174593" cy="1446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80BEDDF7-F3DD-8FEF-21AC-4E63009C4002}"/>
                  </a:ext>
                </a:extLst>
              </p:cNvPr>
              <p:cNvSpPr txBox="1"/>
              <p:nvPr/>
            </p:nvSpPr>
            <p:spPr>
              <a:xfrm>
                <a:off x="6894639" y="3236198"/>
                <a:ext cx="2086512" cy="3915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𝑦</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m:t>
                          </m:r>
                        </m:sub>
                      </m:sSub>
                      <m:r>
                        <m:rPr>
                          <m:sty m:val="p"/>
                        </m:rPr>
                        <a:rPr lang="en-US" b="0" i="0" smtClean="0">
                          <a:latin typeface="Cambria Math" panose="02040503050406030204" pitchFamily="18" charset="0"/>
                        </a:rPr>
                        <m:t>sin</m:t>
                      </m:r>
                      <m:r>
                        <a:rPr lang="en-US" b="0" i="1" smtClean="0">
                          <a:latin typeface="Cambria Math" panose="02040503050406030204" pitchFamily="18" charset="0"/>
                        </a:rPr>
                        <m:t>⁡(</m:t>
                      </m:r>
                      <m:r>
                        <a:rPr lang="en-US" b="0" i="1" smtClean="0">
                          <a:latin typeface="Cambria Math" panose="02040503050406030204" pitchFamily="18" charset="0"/>
                        </a:rPr>
                        <m:t>𝛿</m:t>
                      </m:r>
                      <m:r>
                        <a:rPr lang="en-US" b="0" i="1" smtClean="0">
                          <a:latin typeface="Cambria Math" panose="02040503050406030204" pitchFamily="18" charset="0"/>
                        </a:rPr>
                        <m:t>)</m:t>
                      </m:r>
                    </m:oMath>
                  </m:oMathPara>
                </a14:m>
                <a:endParaRPr lang="en-US" dirty="0"/>
              </a:p>
            </p:txBody>
          </p:sp>
        </mc:Choice>
        <mc:Fallback xmlns="">
          <p:sp>
            <p:nvSpPr>
              <p:cNvPr id="29" name="TextBox 28">
                <a:extLst>
                  <a:ext uri="{FF2B5EF4-FFF2-40B4-BE49-F238E27FC236}">
                    <a16:creationId xmlns:a16="http://schemas.microsoft.com/office/drawing/2014/main" id="{80BEDDF7-F3DD-8FEF-21AC-4E63009C4002}"/>
                  </a:ext>
                </a:extLst>
              </p:cNvPr>
              <p:cNvSpPr txBox="1">
                <a:spLocks noRot="1" noChangeAspect="1" noMove="1" noResize="1" noEditPoints="1" noAdjustHandles="1" noChangeArrowheads="1" noChangeShapeType="1" noTextEdit="1"/>
              </p:cNvSpPr>
              <p:nvPr/>
            </p:nvSpPr>
            <p:spPr>
              <a:xfrm>
                <a:off x="6894639" y="3236198"/>
                <a:ext cx="2086512" cy="391582"/>
              </a:xfrm>
              <a:prstGeom prst="rect">
                <a:avLst/>
              </a:prstGeom>
              <a:blipFill>
                <a:blip r:embed="rId23"/>
                <a:stretch>
                  <a:fillRect b="-9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B40D66C-B948-E381-A190-56FB77C40A88}"/>
                  </a:ext>
                </a:extLst>
              </p:cNvPr>
              <p:cNvSpPr txBox="1"/>
              <p:nvPr/>
            </p:nvSpPr>
            <p:spPr>
              <a:xfrm>
                <a:off x="4903965" y="3752577"/>
                <a:ext cx="208651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m:t>
                          </m:r>
                        </m:sub>
                      </m:sSub>
                      <m:r>
                        <m:rPr>
                          <m:sty m:val="p"/>
                        </m:rPr>
                        <a:rPr lang="en-US" b="0" i="0" smtClean="0">
                          <a:latin typeface="Cambria Math" panose="02040503050406030204" pitchFamily="18" charset="0"/>
                        </a:rPr>
                        <m:t>cos</m:t>
                      </m:r>
                      <m:r>
                        <a:rPr lang="en-US" b="0" i="1" smtClean="0">
                          <a:latin typeface="Cambria Math" panose="02040503050406030204" pitchFamily="18" charset="0"/>
                        </a:rPr>
                        <m:t>⁡(</m:t>
                      </m:r>
                      <m:r>
                        <a:rPr lang="en-US" b="0" i="1" smtClean="0">
                          <a:latin typeface="Cambria Math" panose="02040503050406030204" pitchFamily="18" charset="0"/>
                        </a:rPr>
                        <m:t>𝛿</m:t>
                      </m:r>
                      <m:r>
                        <a:rPr lang="en-US" b="0" i="1" smtClean="0">
                          <a:latin typeface="Cambria Math" panose="02040503050406030204" pitchFamily="18" charset="0"/>
                        </a:rPr>
                        <m:t>)</m:t>
                      </m:r>
                    </m:oMath>
                  </m:oMathPara>
                </a14:m>
                <a:endParaRPr lang="en-US" dirty="0"/>
              </a:p>
            </p:txBody>
          </p:sp>
        </mc:Choice>
        <mc:Fallback xmlns="">
          <p:sp>
            <p:nvSpPr>
              <p:cNvPr id="30" name="TextBox 29">
                <a:extLst>
                  <a:ext uri="{FF2B5EF4-FFF2-40B4-BE49-F238E27FC236}">
                    <a16:creationId xmlns:a16="http://schemas.microsoft.com/office/drawing/2014/main" id="{4B40D66C-B948-E381-A190-56FB77C40A88}"/>
                  </a:ext>
                </a:extLst>
              </p:cNvPr>
              <p:cNvSpPr txBox="1">
                <a:spLocks noRot="1" noChangeAspect="1" noMove="1" noResize="1" noEditPoints="1" noAdjustHandles="1" noChangeArrowheads="1" noChangeShapeType="1" noTextEdit="1"/>
              </p:cNvSpPr>
              <p:nvPr/>
            </p:nvSpPr>
            <p:spPr>
              <a:xfrm>
                <a:off x="4903965" y="3752577"/>
                <a:ext cx="2086512" cy="369332"/>
              </a:xfrm>
              <a:prstGeom prst="rect">
                <a:avLst/>
              </a:prstGeom>
              <a:blipFill>
                <a:blip r:embed="rId24"/>
                <a:stretch>
                  <a:fillRect b="-13333"/>
                </a:stretch>
              </a:blipFill>
            </p:spPr>
            <p:txBody>
              <a:bodyPr/>
              <a:lstStyle/>
              <a:p>
                <a:r>
                  <a:rPr lang="en-US">
                    <a:noFill/>
                  </a:rPr>
                  <a:t> </a:t>
                </a:r>
              </a:p>
            </p:txBody>
          </p:sp>
        </mc:Fallback>
      </mc:AlternateContent>
      <p:sp>
        <p:nvSpPr>
          <p:cNvPr id="31" name="Right Triangle 30">
            <a:extLst>
              <a:ext uri="{FF2B5EF4-FFF2-40B4-BE49-F238E27FC236}">
                <a16:creationId xmlns:a16="http://schemas.microsoft.com/office/drawing/2014/main" id="{19F6F43D-A11A-D9A0-9102-EB5CB5DC3E73}"/>
              </a:ext>
            </a:extLst>
          </p:cNvPr>
          <p:cNvSpPr/>
          <p:nvPr/>
        </p:nvSpPr>
        <p:spPr>
          <a:xfrm flipH="1">
            <a:off x="6894639" y="4017711"/>
            <a:ext cx="2381425" cy="621475"/>
          </a:xfrm>
          <a:prstGeom prst="r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7691FDD-A021-3368-4FBC-54CB0C6EE98C}"/>
                  </a:ext>
                </a:extLst>
              </p:cNvPr>
              <p:cNvSpPr txBox="1"/>
              <p:nvPr/>
            </p:nvSpPr>
            <p:spPr>
              <a:xfrm>
                <a:off x="7659402" y="4365092"/>
                <a:ext cx="17453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𝛾</m:t>
                      </m:r>
                    </m:oMath>
                  </m:oMathPara>
                </a14:m>
                <a:endParaRPr lang="en-US" dirty="0"/>
              </a:p>
            </p:txBody>
          </p:sp>
        </mc:Choice>
        <mc:Fallback xmlns="">
          <p:sp>
            <p:nvSpPr>
              <p:cNvPr id="32" name="TextBox 31">
                <a:extLst>
                  <a:ext uri="{FF2B5EF4-FFF2-40B4-BE49-F238E27FC236}">
                    <a16:creationId xmlns:a16="http://schemas.microsoft.com/office/drawing/2014/main" id="{57691FDD-A021-3368-4FBC-54CB0C6EE98C}"/>
                  </a:ext>
                </a:extLst>
              </p:cNvPr>
              <p:cNvSpPr txBox="1">
                <a:spLocks noRot="1" noChangeAspect="1" noMove="1" noResize="1" noEditPoints="1" noAdjustHandles="1" noChangeArrowheads="1" noChangeShapeType="1" noTextEdit="1"/>
              </p:cNvSpPr>
              <p:nvPr/>
            </p:nvSpPr>
            <p:spPr>
              <a:xfrm>
                <a:off x="7659402" y="4365092"/>
                <a:ext cx="174535" cy="276999"/>
              </a:xfrm>
              <a:prstGeom prst="rect">
                <a:avLst/>
              </a:prstGeom>
              <a:blipFill>
                <a:blip r:embed="rId25"/>
                <a:stretch>
                  <a:fillRect l="-31034" r="-31034" b="-24444"/>
                </a:stretch>
              </a:blipFill>
            </p:spPr>
            <p:txBody>
              <a:bodyPr/>
              <a:lstStyle/>
              <a:p>
                <a:r>
                  <a:rPr lang="en-US">
                    <a:noFill/>
                  </a:rPr>
                  <a:t> </a:t>
                </a:r>
              </a:p>
            </p:txBody>
          </p:sp>
        </mc:Fallback>
      </mc:AlternateContent>
      <p:sp>
        <p:nvSpPr>
          <p:cNvPr id="33" name="Rectangle 32">
            <a:extLst>
              <a:ext uri="{FF2B5EF4-FFF2-40B4-BE49-F238E27FC236}">
                <a16:creationId xmlns:a16="http://schemas.microsoft.com/office/drawing/2014/main" id="{01265133-C962-7A53-AD8D-653D5653927B}"/>
              </a:ext>
            </a:extLst>
          </p:cNvPr>
          <p:cNvSpPr/>
          <p:nvPr/>
        </p:nvSpPr>
        <p:spPr>
          <a:xfrm>
            <a:off x="9101471" y="4494551"/>
            <a:ext cx="174593" cy="1446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5EFD527-E089-2DC7-4753-6C9444C14F1F}"/>
                  </a:ext>
                </a:extLst>
              </p:cNvPr>
              <p:cNvSpPr txBox="1"/>
              <p:nvPr/>
            </p:nvSpPr>
            <p:spPr>
              <a:xfrm>
                <a:off x="9180226" y="4142508"/>
                <a:ext cx="2540310" cy="3915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m:t>
                          </m:r>
                        </m:sub>
                      </m:sSub>
                      <m:r>
                        <m:rPr>
                          <m:sty m:val="p"/>
                        </m:rPr>
                        <a:rPr lang="en-US" b="0" i="0" smtClean="0">
                          <a:latin typeface="Cambria Math" panose="02040503050406030204" pitchFamily="18" charset="0"/>
                        </a:rPr>
                        <m:t>sin</m:t>
                      </m:r>
                      <m:d>
                        <m:dPr>
                          <m:ctrlPr>
                            <a:rPr lang="en-US" b="0" i="1" smtClean="0">
                              <a:latin typeface="Cambria Math" panose="02040503050406030204" pitchFamily="18" charset="0"/>
                            </a:rPr>
                          </m:ctrlPr>
                        </m:dPr>
                        <m:e>
                          <m:r>
                            <a:rPr lang="en-US" b="0" i="1" smtClean="0">
                              <a:latin typeface="Cambria Math" panose="02040503050406030204" pitchFamily="18" charset="0"/>
                            </a:rPr>
                            <m:t>𝛾</m:t>
                          </m:r>
                        </m:e>
                      </m:d>
                      <m:r>
                        <m:rPr>
                          <m:sty m:val="p"/>
                        </m:rPr>
                        <a:rPr lang="en-US" b="0" i="0" smtClean="0">
                          <a:latin typeface="Cambria Math" panose="02040503050406030204" pitchFamily="18" charset="0"/>
                        </a:rPr>
                        <m:t>cos</m:t>
                      </m:r>
                      <m:r>
                        <a:rPr lang="en-US" b="0" i="1" smtClean="0">
                          <a:latin typeface="Cambria Math" panose="02040503050406030204" pitchFamily="18" charset="0"/>
                        </a:rPr>
                        <m:t>⁡(</m:t>
                      </m:r>
                      <m:r>
                        <a:rPr lang="en-US" b="0" i="1" smtClean="0">
                          <a:latin typeface="Cambria Math" panose="02040503050406030204" pitchFamily="18" charset="0"/>
                        </a:rPr>
                        <m:t>𝛿</m:t>
                      </m:r>
                      <m:r>
                        <a:rPr lang="en-US" b="0" i="1" smtClean="0">
                          <a:latin typeface="Cambria Math" panose="02040503050406030204" pitchFamily="18" charset="0"/>
                        </a:rPr>
                        <m:t>)</m:t>
                      </m:r>
                    </m:oMath>
                  </m:oMathPara>
                </a14:m>
                <a:endParaRPr lang="en-US" dirty="0"/>
              </a:p>
            </p:txBody>
          </p:sp>
        </mc:Choice>
        <mc:Fallback xmlns="">
          <p:sp>
            <p:nvSpPr>
              <p:cNvPr id="34" name="TextBox 33">
                <a:extLst>
                  <a:ext uri="{FF2B5EF4-FFF2-40B4-BE49-F238E27FC236}">
                    <a16:creationId xmlns:a16="http://schemas.microsoft.com/office/drawing/2014/main" id="{45EFD527-E089-2DC7-4753-6C9444C14F1F}"/>
                  </a:ext>
                </a:extLst>
              </p:cNvPr>
              <p:cNvSpPr txBox="1">
                <a:spLocks noRot="1" noChangeAspect="1" noMove="1" noResize="1" noEditPoints="1" noAdjustHandles="1" noChangeArrowheads="1" noChangeShapeType="1" noTextEdit="1"/>
              </p:cNvSpPr>
              <p:nvPr/>
            </p:nvSpPr>
            <p:spPr>
              <a:xfrm>
                <a:off x="9180226" y="4142508"/>
                <a:ext cx="2540310" cy="391582"/>
              </a:xfrm>
              <a:prstGeom prst="rect">
                <a:avLst/>
              </a:prstGeom>
              <a:blipFill>
                <a:blip r:embed="rId26"/>
                <a:stretch>
                  <a:fillRect b="-9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F12B7361-04EE-2C63-59B3-CD88A45637FF}"/>
                  </a:ext>
                </a:extLst>
              </p:cNvPr>
              <p:cNvSpPr txBox="1"/>
              <p:nvPr/>
            </p:nvSpPr>
            <p:spPr>
              <a:xfrm rot="20721378">
                <a:off x="7041540" y="3942657"/>
                <a:ext cx="208651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m:t>
                          </m:r>
                        </m:sub>
                      </m:sSub>
                      <m:r>
                        <m:rPr>
                          <m:sty m:val="p"/>
                        </m:rPr>
                        <a:rPr lang="en-US" b="0" i="0" smtClean="0">
                          <a:latin typeface="Cambria Math" panose="02040503050406030204" pitchFamily="18" charset="0"/>
                        </a:rPr>
                        <m:t>cos</m:t>
                      </m:r>
                      <m:r>
                        <a:rPr lang="en-US" b="0" i="1" smtClean="0">
                          <a:latin typeface="Cambria Math" panose="02040503050406030204" pitchFamily="18" charset="0"/>
                        </a:rPr>
                        <m:t>⁡(</m:t>
                      </m:r>
                      <m:r>
                        <a:rPr lang="en-US" b="0" i="1" smtClean="0">
                          <a:latin typeface="Cambria Math" panose="02040503050406030204" pitchFamily="18" charset="0"/>
                        </a:rPr>
                        <m:t>𝛿</m:t>
                      </m:r>
                      <m:r>
                        <a:rPr lang="en-US" b="0" i="1" smtClean="0">
                          <a:latin typeface="Cambria Math" panose="02040503050406030204" pitchFamily="18" charset="0"/>
                        </a:rPr>
                        <m:t>)</m:t>
                      </m:r>
                    </m:oMath>
                  </m:oMathPara>
                </a14:m>
                <a:endParaRPr lang="en-US" dirty="0"/>
              </a:p>
            </p:txBody>
          </p:sp>
        </mc:Choice>
        <mc:Fallback xmlns="">
          <p:sp>
            <p:nvSpPr>
              <p:cNvPr id="35" name="TextBox 34">
                <a:extLst>
                  <a:ext uri="{FF2B5EF4-FFF2-40B4-BE49-F238E27FC236}">
                    <a16:creationId xmlns:a16="http://schemas.microsoft.com/office/drawing/2014/main" id="{F12B7361-04EE-2C63-59B3-CD88A45637FF}"/>
                  </a:ext>
                </a:extLst>
              </p:cNvPr>
              <p:cNvSpPr txBox="1">
                <a:spLocks noRot="1" noChangeAspect="1" noMove="1" noResize="1" noEditPoints="1" noAdjustHandles="1" noChangeArrowheads="1" noChangeShapeType="1" noTextEdit="1"/>
              </p:cNvSpPr>
              <p:nvPr/>
            </p:nvSpPr>
            <p:spPr>
              <a:xfrm rot="20721378">
                <a:off x="7041540" y="3942657"/>
                <a:ext cx="2086512"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0FB3008-7585-4CE4-CDE9-25D56EF3D6BB}"/>
                  </a:ext>
                </a:extLst>
              </p:cNvPr>
              <p:cNvSpPr txBox="1"/>
              <p:nvPr/>
            </p:nvSpPr>
            <p:spPr>
              <a:xfrm>
                <a:off x="6944955" y="4650729"/>
                <a:ext cx="2540310" cy="3915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𝑧</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m:t>
                          </m:r>
                        </m:sub>
                      </m:sSub>
                      <m:r>
                        <m:rPr>
                          <m:sty m:val="p"/>
                        </m:rPr>
                        <a:rPr lang="en-US" b="0" i="0" smtClean="0">
                          <a:latin typeface="Cambria Math" panose="02040503050406030204" pitchFamily="18" charset="0"/>
                        </a:rPr>
                        <m:t>cos</m:t>
                      </m:r>
                      <m:d>
                        <m:dPr>
                          <m:ctrlPr>
                            <a:rPr lang="en-US" b="0" i="1" smtClean="0">
                              <a:latin typeface="Cambria Math" panose="02040503050406030204" pitchFamily="18" charset="0"/>
                            </a:rPr>
                          </m:ctrlPr>
                        </m:dPr>
                        <m:e>
                          <m:r>
                            <a:rPr lang="en-US" b="0" i="1" smtClean="0">
                              <a:latin typeface="Cambria Math" panose="02040503050406030204" pitchFamily="18" charset="0"/>
                            </a:rPr>
                            <m:t>𝛾</m:t>
                          </m:r>
                        </m:e>
                      </m:d>
                      <m:r>
                        <m:rPr>
                          <m:sty m:val="p"/>
                        </m:rPr>
                        <a:rPr lang="en-US" b="0" i="0" smtClean="0">
                          <a:latin typeface="Cambria Math" panose="02040503050406030204" pitchFamily="18" charset="0"/>
                        </a:rPr>
                        <m:t>cos</m:t>
                      </m:r>
                      <m:r>
                        <a:rPr lang="en-US" b="0" i="1" smtClean="0">
                          <a:latin typeface="Cambria Math" panose="02040503050406030204" pitchFamily="18" charset="0"/>
                        </a:rPr>
                        <m:t>(</m:t>
                      </m:r>
                      <m:r>
                        <a:rPr lang="en-US" b="0" i="1" smtClean="0">
                          <a:latin typeface="Cambria Math" panose="02040503050406030204" pitchFamily="18" charset="0"/>
                        </a:rPr>
                        <m:t>𝛿</m:t>
                      </m:r>
                      <m:r>
                        <a:rPr lang="en-US" b="0" i="1" smtClean="0">
                          <a:latin typeface="Cambria Math" panose="02040503050406030204" pitchFamily="18" charset="0"/>
                        </a:rPr>
                        <m:t>)</m:t>
                      </m:r>
                    </m:oMath>
                  </m:oMathPara>
                </a14:m>
                <a:endParaRPr lang="en-US" dirty="0"/>
              </a:p>
            </p:txBody>
          </p:sp>
        </mc:Choice>
        <mc:Fallback xmlns="">
          <p:sp>
            <p:nvSpPr>
              <p:cNvPr id="36" name="TextBox 35">
                <a:extLst>
                  <a:ext uri="{FF2B5EF4-FFF2-40B4-BE49-F238E27FC236}">
                    <a16:creationId xmlns:a16="http://schemas.microsoft.com/office/drawing/2014/main" id="{80FB3008-7585-4CE4-CDE9-25D56EF3D6BB}"/>
                  </a:ext>
                </a:extLst>
              </p:cNvPr>
              <p:cNvSpPr txBox="1">
                <a:spLocks noRot="1" noChangeAspect="1" noMove="1" noResize="1" noEditPoints="1" noAdjustHandles="1" noChangeArrowheads="1" noChangeShapeType="1" noTextEdit="1"/>
              </p:cNvSpPr>
              <p:nvPr/>
            </p:nvSpPr>
            <p:spPr>
              <a:xfrm>
                <a:off x="6944955" y="4650729"/>
                <a:ext cx="2540310" cy="391582"/>
              </a:xfrm>
              <a:prstGeom prst="rect">
                <a:avLst/>
              </a:prstGeom>
              <a:blipFill>
                <a:blip r:embed="rId28"/>
                <a:stretch>
                  <a:fillRect b="-9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26D8B098-35A0-E21E-7D80-E38A8A5EA78F}"/>
                  </a:ext>
                </a:extLst>
              </p:cNvPr>
              <p:cNvSpPr txBox="1"/>
              <p:nvPr/>
            </p:nvSpPr>
            <p:spPr>
              <a:xfrm>
                <a:off x="4444815" y="5376424"/>
                <a:ext cx="7562135" cy="880369"/>
              </a:xfrm>
              <a:prstGeom prst="rect">
                <a:avLst/>
              </a:prstGeom>
              <a:noFill/>
            </p:spPr>
            <p:txBody>
              <a:bodyPr wrap="none" lIns="0" tIns="0" rIns="0" bIns="0"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𝑑𝑥</m:t>
                                  </m:r>
                                </m:sub>
                              </m:sSub>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𝑑𝑦</m:t>
                                  </m:r>
                                </m:sub>
                              </m:sSub>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𝑑𝑧</m:t>
                                  </m:r>
                                </m:sub>
                              </m:sSub>
                            </m:e>
                          </m:mr>
                        </m:m>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𝑓</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m:t>
                        </m:r>
                      </m:sub>
                    </m:sSub>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func>
                                <m:funcPr>
                                  <m:ctrlPr>
                                    <a:rPr lang="en-US" b="0" i="1" smtClean="0">
                                      <a:latin typeface="Cambria Math" panose="02040503050406030204" pitchFamily="18" charset="0"/>
                                    </a:rPr>
                                  </m:ctrlPr>
                                </m:funcPr>
                                <m:fName>
                                  <m:r>
                                    <m:rPr>
                                      <m:sty m:val="p"/>
                                      <m:brk m:alnAt="7"/>
                                    </m:rPr>
                                    <a:rPr lang="en-US" b="0" i="0" smtClean="0">
                                      <a:latin typeface="Cambria Math" panose="02040503050406030204" pitchFamily="18" charset="0"/>
                                    </a:rPr>
                                    <m:t>s</m:t>
                                  </m:r>
                                  <m:r>
                                    <m:rPr>
                                      <m:sty m:val="p"/>
                                    </m:rPr>
                                    <a:rPr lang="en-US" b="0" i="0" smtClean="0">
                                      <a:latin typeface="Cambria Math" panose="02040503050406030204" pitchFamily="18" charset="0"/>
                                    </a:rPr>
                                    <m:t>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𝛾</m:t>
                                      </m:r>
                                    </m:e>
                                  </m:d>
                                </m:e>
                              </m:func>
                              <m:func>
                                <m:funcPr>
                                  <m:ctrlPr>
                                    <a:rPr lang="en-US" b="0" i="1" smtClean="0">
                                      <a:latin typeface="Cambria Math" panose="02040503050406030204" pitchFamily="18" charset="0"/>
                                    </a:rPr>
                                  </m:ctrlPr>
                                </m:funcPr>
                                <m:fName>
                                  <m:r>
                                    <m:rPr>
                                      <m:sty m:val="p"/>
                                      <m:brk m:alnAt="7"/>
                                    </m:rPr>
                                    <a:rPr lang="en-US" b="0" i="0" smtClean="0">
                                      <a:latin typeface="Cambria Math" panose="02040503050406030204" pitchFamily="18" charset="0"/>
                                    </a:rPr>
                                    <m:t>c</m:t>
                                  </m:r>
                                  <m:r>
                                    <m:rPr>
                                      <m:sty m:val="p"/>
                                    </m:rPr>
                                    <a:rPr lang="en-US" b="0" i="0" smtClean="0">
                                      <a:latin typeface="Cambria Math" panose="02040503050406030204" pitchFamily="18" charset="0"/>
                                    </a:rPr>
                                    <m:t>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𝛿</m:t>
                                      </m:r>
                                    </m:e>
                                  </m:d>
                                </m:e>
                              </m:func>
                            </m:e>
                          </m:mr>
                          <m:m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r>
                                    <m:rPr>
                                      <m:sty m:val="p"/>
                                    </m:rPr>
                                    <a:rPr lang="en-US" b="0" i="1" smtClean="0">
                                      <a:latin typeface="Cambria Math" panose="02040503050406030204" pitchFamily="18" charset="0"/>
                                    </a:rPr>
                                    <m:t>δ</m:t>
                                  </m:r>
                                </m:e>
                              </m:func>
                            </m:e>
                          </m:mr>
                          <m:m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𝛾</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𝛿</m:t>
                                      </m:r>
                                    </m:e>
                                  </m:d>
                                </m:e>
                              </m:func>
                            </m:e>
                          </m:mr>
                        </m:m>
                      </m:e>
                    </m:d>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m:t>
                        </m:r>
                      </m:sub>
                    </m:sSub>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mr>
                          <m:mr>
                            <m:e>
                              <m:r>
                                <a:rPr lang="en-US" b="0" i="1" smtClean="0">
                                  <a:latin typeface="Cambria Math" panose="02040503050406030204" pitchFamily="18" charset="0"/>
                                </a:rPr>
                                <m:t>0</m:t>
                              </m:r>
                            </m:e>
                          </m:mr>
                          <m:mr>
                            <m:e>
                              <m:r>
                                <a:rPr lang="en-US" b="0" i="1" smtClean="0">
                                  <a:latin typeface="Cambria Math" panose="02040503050406030204" pitchFamily="18" charset="0"/>
                                </a:rPr>
                                <m:t>1</m:t>
                              </m:r>
                            </m:e>
                          </m:mr>
                        </m:m>
                      </m:e>
                    </m:d>
                    <m:r>
                      <a:rPr lang="en-US" b="0" i="1" smtClean="0">
                        <a:latin typeface="Cambria Math" panose="02040503050406030204" pitchFamily="18" charset="0"/>
                      </a:rPr>
                      <m:t>=</m:t>
                    </m:r>
                  </m:oMath>
                </a14:m>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m:t>
                        </m:r>
                      </m:sub>
                    </m:sSub>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func>
                                <m:funcPr>
                                  <m:ctrlPr>
                                    <a:rPr lang="en-US" b="0" i="1" smtClean="0">
                                      <a:latin typeface="Cambria Math" panose="02040503050406030204" pitchFamily="18" charset="0"/>
                                    </a:rPr>
                                  </m:ctrlPr>
                                </m:funcPr>
                                <m:fName>
                                  <m:r>
                                    <m:rPr>
                                      <m:sty m:val="p"/>
                                      <m:brk m:alnAt="7"/>
                                    </m:rPr>
                                    <a:rPr lang="en-US" b="0" i="0" smtClean="0">
                                      <a:latin typeface="Cambria Math" panose="02040503050406030204" pitchFamily="18" charset="0"/>
                                    </a:rPr>
                                    <m:t>s</m:t>
                                  </m:r>
                                  <m:r>
                                    <m:rPr>
                                      <m:sty m:val="p"/>
                                    </m:rPr>
                                    <a:rPr lang="en-US" b="0" i="0" smtClean="0">
                                      <a:latin typeface="Cambria Math" panose="02040503050406030204" pitchFamily="18" charset="0"/>
                                    </a:rPr>
                                    <m:t>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𝛾</m:t>
                                      </m:r>
                                    </m:e>
                                  </m:d>
                                </m:e>
                              </m:func>
                              <m:func>
                                <m:funcPr>
                                  <m:ctrlPr>
                                    <a:rPr lang="en-US" b="0" i="1" smtClean="0">
                                      <a:latin typeface="Cambria Math" panose="02040503050406030204" pitchFamily="18" charset="0"/>
                                    </a:rPr>
                                  </m:ctrlPr>
                                </m:funcPr>
                                <m:fName>
                                  <m:r>
                                    <m:rPr>
                                      <m:sty m:val="p"/>
                                      <m:brk m:alnAt="7"/>
                                    </m:rPr>
                                    <a:rPr lang="en-US" b="0" i="0" smtClean="0">
                                      <a:latin typeface="Cambria Math" panose="02040503050406030204" pitchFamily="18" charset="0"/>
                                    </a:rPr>
                                    <m:t>c</m:t>
                                  </m:r>
                                  <m:r>
                                    <m:rPr>
                                      <m:sty m:val="p"/>
                                    </m:rPr>
                                    <a:rPr lang="en-US" b="0" i="0" smtClean="0">
                                      <a:latin typeface="Cambria Math" panose="02040503050406030204" pitchFamily="18" charset="0"/>
                                    </a:rPr>
                                    <m:t>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𝛿</m:t>
                                      </m:r>
                                    </m:e>
                                  </m:d>
                                </m:e>
                              </m:func>
                            </m:e>
                          </m:mr>
                          <m:m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r>
                                    <m:rPr>
                                      <m:sty m:val="p"/>
                                    </m:rPr>
                                    <a:rPr lang="en-US" b="0" i="1" smtClean="0">
                                      <a:latin typeface="Cambria Math" panose="02040503050406030204" pitchFamily="18" charset="0"/>
                                    </a:rPr>
                                    <m:t>δ</m:t>
                                  </m:r>
                                </m:e>
                              </m:func>
                            </m:e>
                          </m:mr>
                          <m:m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𝛾</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𝛿</m:t>
                                      </m:r>
                                    </m:e>
                                  </m:d>
                                </m:e>
                              </m:func>
                              <m:r>
                                <a:rPr lang="en-US" b="0" i="1" smtClean="0">
                                  <a:latin typeface="Cambria Math" panose="02040503050406030204" pitchFamily="18" charset="0"/>
                                </a:rPr>
                                <m:t>−1</m:t>
                              </m:r>
                            </m:e>
                          </m:mr>
                        </m:m>
                      </m:e>
                    </m:d>
                  </m:oMath>
                </a14:m>
                <a:endParaRPr lang="en-US" dirty="0"/>
              </a:p>
            </p:txBody>
          </p:sp>
        </mc:Choice>
        <mc:Fallback xmlns="">
          <p:sp>
            <p:nvSpPr>
              <p:cNvPr id="37" name="TextBox 36">
                <a:extLst>
                  <a:ext uri="{FF2B5EF4-FFF2-40B4-BE49-F238E27FC236}">
                    <a16:creationId xmlns:a16="http://schemas.microsoft.com/office/drawing/2014/main" id="{26D8B098-35A0-E21E-7D80-E38A8A5EA78F}"/>
                  </a:ext>
                </a:extLst>
              </p:cNvPr>
              <p:cNvSpPr txBox="1">
                <a:spLocks noRot="1" noChangeAspect="1" noMove="1" noResize="1" noEditPoints="1" noAdjustHandles="1" noChangeArrowheads="1" noChangeShapeType="1" noTextEdit="1"/>
              </p:cNvSpPr>
              <p:nvPr/>
            </p:nvSpPr>
            <p:spPr>
              <a:xfrm>
                <a:off x="4444815" y="5376424"/>
                <a:ext cx="7562135" cy="880369"/>
              </a:xfrm>
              <a:prstGeom prst="rect">
                <a:avLst/>
              </a:prstGeom>
              <a:blipFill>
                <a:blip r:embed="rId2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77857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0AE77-F5A0-DB6D-92CD-4A6CA8C478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F8D477-8FE7-BAC6-7A05-F469B634BB30}"/>
              </a:ext>
            </a:extLst>
          </p:cNvPr>
          <p:cNvSpPr>
            <a:spLocks noGrp="1"/>
          </p:cNvSpPr>
          <p:nvPr>
            <p:ph type="title"/>
          </p:nvPr>
        </p:nvSpPr>
        <p:spPr>
          <a:xfrm>
            <a:off x="2514600" y="136525"/>
            <a:ext cx="9477332" cy="970915"/>
          </a:xfrm>
        </p:spPr>
        <p:txBody>
          <a:bodyPr>
            <a:normAutofit fontScale="90000"/>
          </a:bodyPr>
          <a:lstStyle/>
          <a:p>
            <a:r>
              <a:rPr lang="en-US" dirty="0"/>
              <a:t>Rotate to sample-based coordinate system</a:t>
            </a:r>
          </a:p>
        </p:txBody>
      </p:sp>
      <p:grpSp>
        <p:nvGrpSpPr>
          <p:cNvPr id="5" name="Group 4">
            <a:extLst>
              <a:ext uri="{FF2B5EF4-FFF2-40B4-BE49-F238E27FC236}">
                <a16:creationId xmlns:a16="http://schemas.microsoft.com/office/drawing/2014/main" id="{2C195EB8-6311-D1E2-D0E5-EB67C5E4B92D}"/>
              </a:ext>
            </a:extLst>
          </p:cNvPr>
          <p:cNvGrpSpPr/>
          <p:nvPr/>
        </p:nvGrpSpPr>
        <p:grpSpPr>
          <a:xfrm>
            <a:off x="327660" y="1045094"/>
            <a:ext cx="3974110" cy="5391150"/>
            <a:chOff x="368300" y="298334"/>
            <a:chExt cx="3974110" cy="5391150"/>
          </a:xfrm>
        </p:grpSpPr>
        <p:pic>
          <p:nvPicPr>
            <p:cNvPr id="6" name="Picture 2">
              <a:extLst>
                <a:ext uri="{FF2B5EF4-FFF2-40B4-BE49-F238E27FC236}">
                  <a16:creationId xmlns:a16="http://schemas.microsoft.com/office/drawing/2014/main" id="{0386CCCD-9C48-8543-130A-5D4DDD9C861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4326"/>
            <a:stretch/>
          </p:blipFill>
          <p:spPr bwMode="auto">
            <a:xfrm>
              <a:off x="370620" y="298334"/>
              <a:ext cx="3971790" cy="539115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F4AEB25-59E0-0D8D-DA0B-1C98689188E0}"/>
                    </a:ext>
                  </a:extLst>
                </p:cNvPr>
                <p:cNvSpPr txBox="1"/>
                <p:nvPr/>
              </p:nvSpPr>
              <p:spPr>
                <a:xfrm>
                  <a:off x="4008318" y="2013069"/>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𝑧</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AF4AEB25-59E0-0D8D-DA0B-1C98689188E0}"/>
                    </a:ext>
                  </a:extLst>
                </p:cNvPr>
                <p:cNvSpPr txBox="1">
                  <a:spLocks noRot="1" noChangeAspect="1" noMove="1" noResize="1" noEditPoints="1" noAdjustHandles="1" noChangeArrowheads="1" noChangeShapeType="1" noTextEdit="1"/>
                </p:cNvSpPr>
                <p:nvPr/>
              </p:nvSpPr>
              <p:spPr>
                <a:xfrm>
                  <a:off x="4008318" y="2013069"/>
                  <a:ext cx="302425"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A9BFF31-E9D6-C1C9-4A03-0FA93570EBB1}"/>
                    </a:ext>
                  </a:extLst>
                </p:cNvPr>
                <p:cNvSpPr txBox="1"/>
                <p:nvPr/>
              </p:nvSpPr>
              <p:spPr>
                <a:xfrm>
                  <a:off x="3240969" y="748346"/>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𝑦</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6A9BFF31-E9D6-C1C9-4A03-0FA93570EBB1}"/>
                    </a:ext>
                  </a:extLst>
                </p:cNvPr>
                <p:cNvSpPr txBox="1">
                  <a:spLocks noRot="1" noChangeAspect="1" noMove="1" noResize="1" noEditPoints="1" noAdjustHandles="1" noChangeArrowheads="1" noChangeShapeType="1" noTextEdit="1"/>
                </p:cNvSpPr>
                <p:nvPr/>
              </p:nvSpPr>
              <p:spPr>
                <a:xfrm>
                  <a:off x="3240969" y="748346"/>
                  <a:ext cx="302425" cy="369332"/>
                </a:xfrm>
                <a:prstGeom prst="rect">
                  <a:avLst/>
                </a:prstGeom>
                <a:blipFill>
                  <a:blip r:embed="rId4"/>
                  <a:stretch>
                    <a:fillRect l="-10000"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C2C67A1-52D5-4E56-2606-0DECB74DA762}"/>
                    </a:ext>
                  </a:extLst>
                </p:cNvPr>
                <p:cNvSpPr txBox="1"/>
                <p:nvPr/>
              </p:nvSpPr>
              <p:spPr>
                <a:xfrm>
                  <a:off x="2620885" y="1223360"/>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𝑥</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EC2C67A1-52D5-4E56-2606-0DECB74DA762}"/>
                    </a:ext>
                  </a:extLst>
                </p:cNvPr>
                <p:cNvSpPr txBox="1">
                  <a:spLocks noRot="1" noChangeAspect="1" noMove="1" noResize="1" noEditPoints="1" noAdjustHandles="1" noChangeArrowheads="1" noChangeShapeType="1" noTextEdit="1"/>
                </p:cNvSpPr>
                <p:nvPr/>
              </p:nvSpPr>
              <p:spPr>
                <a:xfrm>
                  <a:off x="2620885" y="1223360"/>
                  <a:ext cx="302425"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6888ED0-70B4-9D8B-0ABC-619179BA8D30}"/>
                    </a:ext>
                  </a:extLst>
                </p:cNvPr>
                <p:cNvSpPr txBox="1"/>
                <p:nvPr/>
              </p:nvSpPr>
              <p:spPr>
                <a:xfrm>
                  <a:off x="1938260" y="1693260"/>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cs typeface="Times New Roman" panose="02020603050405020304" pitchFamily="18" charset="0"/>
                          </a:rPr>
                          <m:t>𝜃</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B6888ED0-70B4-9D8B-0ABC-619179BA8D30}"/>
                    </a:ext>
                  </a:extLst>
                </p:cNvPr>
                <p:cNvSpPr txBox="1">
                  <a:spLocks noRot="1" noChangeAspect="1" noMove="1" noResize="1" noEditPoints="1" noAdjustHandles="1" noChangeArrowheads="1" noChangeShapeType="1" noTextEdit="1"/>
                </p:cNvSpPr>
                <p:nvPr/>
              </p:nvSpPr>
              <p:spPr>
                <a:xfrm>
                  <a:off x="1938260" y="1693260"/>
                  <a:ext cx="302425" cy="369332"/>
                </a:xfrm>
                <a:prstGeom prst="rect">
                  <a:avLst/>
                </a:prstGeom>
                <a:blipFill>
                  <a:blip r:embed="rId6"/>
                  <a:stretch>
                    <a:fillRect l="-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DA54BD8-5911-136C-2C70-B99E6C677B76}"/>
                    </a:ext>
                  </a:extLst>
                </p:cNvPr>
                <p:cNvSpPr txBox="1"/>
                <p:nvPr/>
              </p:nvSpPr>
              <p:spPr>
                <a:xfrm>
                  <a:off x="1502209" y="967975"/>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𝑦</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3DA54BD8-5911-136C-2C70-B99E6C677B76}"/>
                    </a:ext>
                  </a:extLst>
                </p:cNvPr>
                <p:cNvSpPr txBox="1">
                  <a:spLocks noRot="1" noChangeAspect="1" noMove="1" noResize="1" noEditPoints="1" noAdjustHandles="1" noChangeArrowheads="1" noChangeShapeType="1" noTextEdit="1"/>
                </p:cNvSpPr>
                <p:nvPr/>
              </p:nvSpPr>
              <p:spPr>
                <a:xfrm>
                  <a:off x="1502209" y="967975"/>
                  <a:ext cx="302425" cy="369332"/>
                </a:xfrm>
                <a:prstGeom prst="rect">
                  <a:avLst/>
                </a:prstGeom>
                <a:blipFill>
                  <a:blip r:embed="rId7"/>
                  <a:stretch>
                    <a:fillRect l="-10204"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274B6AF-4771-183C-FFAD-468A3A616052}"/>
                    </a:ext>
                  </a:extLst>
                </p:cNvPr>
                <p:cNvSpPr txBox="1"/>
                <p:nvPr/>
              </p:nvSpPr>
              <p:spPr>
                <a:xfrm>
                  <a:off x="1066094" y="1258285"/>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𝑥</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2274B6AF-4771-183C-FFAD-468A3A616052}"/>
                    </a:ext>
                  </a:extLst>
                </p:cNvPr>
                <p:cNvSpPr txBox="1">
                  <a:spLocks noRot="1" noChangeAspect="1" noMove="1" noResize="1" noEditPoints="1" noAdjustHandles="1" noChangeArrowheads="1" noChangeShapeType="1" noTextEdit="1"/>
                </p:cNvSpPr>
                <p:nvPr/>
              </p:nvSpPr>
              <p:spPr>
                <a:xfrm>
                  <a:off x="1066094" y="1258285"/>
                  <a:ext cx="302425"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1B2CD94-D850-DCC3-02CB-5BEBCB1D40AD}"/>
                    </a:ext>
                  </a:extLst>
                </p:cNvPr>
                <p:cNvSpPr txBox="1"/>
                <p:nvPr/>
              </p:nvSpPr>
              <p:spPr>
                <a:xfrm>
                  <a:off x="810059" y="3481822"/>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𝑋</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id="{31B2CD94-D850-DCC3-02CB-5BEBCB1D40AD}"/>
                    </a:ext>
                  </a:extLst>
                </p:cNvPr>
                <p:cNvSpPr txBox="1">
                  <a:spLocks noRot="1" noChangeAspect="1" noMove="1" noResize="1" noEditPoints="1" noAdjustHandles="1" noChangeArrowheads="1" noChangeShapeType="1" noTextEdit="1"/>
                </p:cNvSpPr>
                <p:nvPr/>
              </p:nvSpPr>
              <p:spPr>
                <a:xfrm>
                  <a:off x="810059" y="3481822"/>
                  <a:ext cx="302425" cy="369332"/>
                </a:xfrm>
                <a:prstGeom prst="rect">
                  <a:avLst/>
                </a:prstGeom>
                <a:blipFill>
                  <a:blip r:embed="rId9"/>
                  <a:stretch>
                    <a:fillRect l="-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3BB6F1D-7614-F48D-314C-CE3A51A73145}"/>
                    </a:ext>
                  </a:extLst>
                </p:cNvPr>
                <p:cNvSpPr txBox="1"/>
                <p:nvPr/>
              </p:nvSpPr>
              <p:spPr>
                <a:xfrm>
                  <a:off x="368300" y="3429000"/>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𝑌</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B3BB6F1D-7614-F48D-314C-CE3A51A73145}"/>
                    </a:ext>
                  </a:extLst>
                </p:cNvPr>
                <p:cNvSpPr txBox="1">
                  <a:spLocks noRot="1" noChangeAspect="1" noMove="1" noResize="1" noEditPoints="1" noAdjustHandles="1" noChangeArrowheads="1" noChangeShapeType="1" noTextEdit="1"/>
                </p:cNvSpPr>
                <p:nvPr/>
              </p:nvSpPr>
              <p:spPr>
                <a:xfrm>
                  <a:off x="368300" y="3429000"/>
                  <a:ext cx="302425" cy="369332"/>
                </a:xfrm>
                <a:prstGeom prst="rect">
                  <a:avLst/>
                </a:prstGeom>
                <a:blipFill>
                  <a:blip r:embed="rId10"/>
                  <a:stretch>
                    <a:fillRect l="-102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CDBA189-4CEE-5A28-9688-046C0C6A9AC9}"/>
                    </a:ext>
                  </a:extLst>
                </p:cNvPr>
                <p:cNvSpPr txBox="1"/>
                <p:nvPr/>
              </p:nvSpPr>
              <p:spPr>
                <a:xfrm>
                  <a:off x="1032309" y="4075547"/>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𝑍</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5" name="TextBox 14">
                  <a:extLst>
                    <a:ext uri="{FF2B5EF4-FFF2-40B4-BE49-F238E27FC236}">
                      <a16:creationId xmlns:a16="http://schemas.microsoft.com/office/drawing/2014/main" id="{4CDBA189-4CEE-5A28-9688-046C0C6A9AC9}"/>
                    </a:ext>
                  </a:extLst>
                </p:cNvPr>
                <p:cNvSpPr txBox="1">
                  <a:spLocks noRot="1" noChangeAspect="1" noMove="1" noResize="1" noEditPoints="1" noAdjustHandles="1" noChangeArrowheads="1" noChangeShapeType="1" noTextEdit="1"/>
                </p:cNvSpPr>
                <p:nvPr/>
              </p:nvSpPr>
              <p:spPr>
                <a:xfrm>
                  <a:off x="1032309" y="4075547"/>
                  <a:ext cx="302425" cy="369332"/>
                </a:xfrm>
                <a:prstGeom prst="rect">
                  <a:avLst/>
                </a:prstGeom>
                <a:blipFill>
                  <a:blip r:embed="rId11"/>
                  <a:stretch>
                    <a:fillRect l="-102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580109E-ABDE-6A20-5393-50F352ECB1DC}"/>
                    </a:ext>
                  </a:extLst>
                </p:cNvPr>
                <p:cNvSpPr txBox="1"/>
                <p:nvPr/>
              </p:nvSpPr>
              <p:spPr>
                <a:xfrm>
                  <a:off x="3903553" y="4184769"/>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𝑧</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6" name="TextBox 15">
                  <a:extLst>
                    <a:ext uri="{FF2B5EF4-FFF2-40B4-BE49-F238E27FC236}">
                      <a16:creationId xmlns:a16="http://schemas.microsoft.com/office/drawing/2014/main" id="{3580109E-ABDE-6A20-5393-50F352ECB1DC}"/>
                    </a:ext>
                  </a:extLst>
                </p:cNvPr>
                <p:cNvSpPr txBox="1">
                  <a:spLocks noRot="1" noChangeAspect="1" noMove="1" noResize="1" noEditPoints="1" noAdjustHandles="1" noChangeArrowheads="1" noChangeShapeType="1" noTextEdit="1"/>
                </p:cNvSpPr>
                <p:nvPr/>
              </p:nvSpPr>
              <p:spPr>
                <a:xfrm>
                  <a:off x="3903553" y="4184769"/>
                  <a:ext cx="302425"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CB052F0-2D7C-6538-65CF-AA21DD5BF4A2}"/>
                    </a:ext>
                  </a:extLst>
                </p:cNvPr>
                <p:cNvSpPr txBox="1"/>
                <p:nvPr/>
              </p:nvSpPr>
              <p:spPr>
                <a:xfrm>
                  <a:off x="3310636" y="3372319"/>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𝑦</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7" name="TextBox 16">
                  <a:extLst>
                    <a:ext uri="{FF2B5EF4-FFF2-40B4-BE49-F238E27FC236}">
                      <a16:creationId xmlns:a16="http://schemas.microsoft.com/office/drawing/2014/main" id="{8CB052F0-2D7C-6538-65CF-AA21DD5BF4A2}"/>
                    </a:ext>
                  </a:extLst>
                </p:cNvPr>
                <p:cNvSpPr txBox="1">
                  <a:spLocks noRot="1" noChangeAspect="1" noMove="1" noResize="1" noEditPoints="1" noAdjustHandles="1" noChangeArrowheads="1" noChangeShapeType="1" noTextEdit="1"/>
                </p:cNvSpPr>
                <p:nvPr/>
              </p:nvSpPr>
              <p:spPr>
                <a:xfrm>
                  <a:off x="3310636" y="3372319"/>
                  <a:ext cx="302425" cy="369332"/>
                </a:xfrm>
                <a:prstGeom prst="rect">
                  <a:avLst/>
                </a:prstGeom>
                <a:blipFill>
                  <a:blip r:embed="rId13"/>
                  <a:stretch>
                    <a:fillRect l="-8000"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8196F9A-0F7C-FA42-C3F1-82940A6BEE9B}"/>
                    </a:ext>
                  </a:extLst>
                </p:cNvPr>
                <p:cNvSpPr txBox="1"/>
                <p:nvPr/>
              </p:nvSpPr>
              <p:spPr>
                <a:xfrm>
                  <a:off x="2919345" y="3556985"/>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𝑥</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8" name="TextBox 17">
                  <a:extLst>
                    <a:ext uri="{FF2B5EF4-FFF2-40B4-BE49-F238E27FC236}">
                      <a16:creationId xmlns:a16="http://schemas.microsoft.com/office/drawing/2014/main" id="{A8196F9A-0F7C-FA42-C3F1-82940A6BEE9B}"/>
                    </a:ext>
                  </a:extLst>
                </p:cNvPr>
                <p:cNvSpPr txBox="1">
                  <a:spLocks noRot="1" noChangeAspect="1" noMove="1" noResize="1" noEditPoints="1" noAdjustHandles="1" noChangeArrowheads="1" noChangeShapeType="1" noTextEdit="1"/>
                </p:cNvSpPr>
                <p:nvPr/>
              </p:nvSpPr>
              <p:spPr>
                <a:xfrm>
                  <a:off x="2919345" y="3556985"/>
                  <a:ext cx="302425"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01F7098-1FD2-4135-0F14-7B4ACC3EF406}"/>
                    </a:ext>
                  </a:extLst>
                </p:cNvPr>
                <p:cNvSpPr txBox="1"/>
                <p:nvPr/>
              </p:nvSpPr>
              <p:spPr>
                <a:xfrm>
                  <a:off x="2989255" y="4224772"/>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𝑞</m:t>
                            </m:r>
                          </m:e>
                          <m:sub>
                            <m:r>
                              <a:rPr lang="en-US" b="0" i="1" smtClean="0">
                                <a:latin typeface="Cambria Math" panose="02040503050406030204" pitchFamily="18" charset="0"/>
                                <a:cs typeface="Times New Roman" panose="02020603050405020304" pitchFamily="18" charset="0"/>
                              </a:rPr>
                              <m:t>𝑍</m:t>
                            </m:r>
                          </m:sub>
                        </m:sSub>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9" name="TextBox 18">
                  <a:extLst>
                    <a:ext uri="{FF2B5EF4-FFF2-40B4-BE49-F238E27FC236}">
                      <a16:creationId xmlns:a16="http://schemas.microsoft.com/office/drawing/2014/main" id="{201F7098-1FD2-4135-0F14-7B4ACC3EF406}"/>
                    </a:ext>
                  </a:extLst>
                </p:cNvPr>
                <p:cNvSpPr txBox="1">
                  <a:spLocks noRot="1" noChangeAspect="1" noMove="1" noResize="1" noEditPoints="1" noAdjustHandles="1" noChangeArrowheads="1" noChangeShapeType="1" noTextEdit="1"/>
                </p:cNvSpPr>
                <p:nvPr/>
              </p:nvSpPr>
              <p:spPr>
                <a:xfrm>
                  <a:off x="2989255" y="4224772"/>
                  <a:ext cx="302425" cy="369332"/>
                </a:xfrm>
                <a:prstGeom prst="rect">
                  <a:avLst/>
                </a:prstGeom>
                <a:blipFill>
                  <a:blip r:embed="rId15"/>
                  <a:stretch>
                    <a:fillRect l="-28571"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08B2F33-950A-2670-E475-4183F6A118F0}"/>
                    </a:ext>
                  </a:extLst>
                </p:cNvPr>
                <p:cNvSpPr txBox="1"/>
                <p:nvPr/>
              </p:nvSpPr>
              <p:spPr>
                <a:xfrm>
                  <a:off x="2679266" y="3509482"/>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𝑞</m:t>
                            </m:r>
                          </m:e>
                          <m:sub>
                            <m:r>
                              <a:rPr lang="en-US" b="0" i="1" smtClean="0">
                                <a:latin typeface="Cambria Math" panose="02040503050406030204" pitchFamily="18" charset="0"/>
                                <a:cs typeface="Times New Roman" panose="02020603050405020304" pitchFamily="18" charset="0"/>
                              </a:rPr>
                              <m:t>𝑋</m:t>
                            </m:r>
                          </m:sub>
                        </m:sSub>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20" name="TextBox 19">
                  <a:extLst>
                    <a:ext uri="{FF2B5EF4-FFF2-40B4-BE49-F238E27FC236}">
                      <a16:creationId xmlns:a16="http://schemas.microsoft.com/office/drawing/2014/main" id="{908B2F33-950A-2670-E475-4183F6A118F0}"/>
                    </a:ext>
                  </a:extLst>
                </p:cNvPr>
                <p:cNvSpPr txBox="1">
                  <a:spLocks noRot="1" noChangeAspect="1" noMove="1" noResize="1" noEditPoints="1" noAdjustHandles="1" noChangeArrowheads="1" noChangeShapeType="1" noTextEdit="1"/>
                </p:cNvSpPr>
                <p:nvPr/>
              </p:nvSpPr>
              <p:spPr>
                <a:xfrm>
                  <a:off x="2679266" y="3509482"/>
                  <a:ext cx="302425" cy="369332"/>
                </a:xfrm>
                <a:prstGeom prst="rect">
                  <a:avLst/>
                </a:prstGeom>
                <a:blipFill>
                  <a:blip r:embed="rId16"/>
                  <a:stretch>
                    <a:fillRect l="-28571"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A02F069-9066-4F57-582D-BC7C800C5E44}"/>
                    </a:ext>
                  </a:extLst>
                </p:cNvPr>
                <p:cNvSpPr txBox="1"/>
                <p:nvPr/>
              </p:nvSpPr>
              <p:spPr>
                <a:xfrm>
                  <a:off x="2165506" y="3706215"/>
                  <a:ext cx="302425" cy="369332"/>
                </a:xfrm>
                <a:prstGeom prst="rect">
                  <a:avLst/>
                </a:prstGeom>
                <a:solidFill>
                  <a:schemeClr val="bg1"/>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𝑞</m:t>
                            </m:r>
                          </m:e>
                          <m:sub>
                            <m:r>
                              <a:rPr lang="en-US" b="0" i="1" smtClean="0">
                                <a:latin typeface="Cambria Math" panose="02040503050406030204" pitchFamily="18" charset="0"/>
                                <a:cs typeface="Times New Roman" panose="02020603050405020304" pitchFamily="18" charset="0"/>
                              </a:rPr>
                              <m:t>𝑌</m:t>
                            </m:r>
                          </m:sub>
                        </m:sSub>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21" name="TextBox 20">
                  <a:extLst>
                    <a:ext uri="{FF2B5EF4-FFF2-40B4-BE49-F238E27FC236}">
                      <a16:creationId xmlns:a16="http://schemas.microsoft.com/office/drawing/2014/main" id="{BA02F069-9066-4F57-582D-BC7C800C5E44}"/>
                    </a:ext>
                  </a:extLst>
                </p:cNvPr>
                <p:cNvSpPr txBox="1">
                  <a:spLocks noRot="1" noChangeAspect="1" noMove="1" noResize="1" noEditPoints="1" noAdjustHandles="1" noChangeArrowheads="1" noChangeShapeType="1" noTextEdit="1"/>
                </p:cNvSpPr>
                <p:nvPr/>
              </p:nvSpPr>
              <p:spPr>
                <a:xfrm>
                  <a:off x="2165506" y="3706215"/>
                  <a:ext cx="302425" cy="369332"/>
                </a:xfrm>
                <a:prstGeom prst="rect">
                  <a:avLst/>
                </a:prstGeom>
                <a:blipFill>
                  <a:blip r:embed="rId17"/>
                  <a:stretch>
                    <a:fillRect l="-28571" b="-819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02457D52-76B6-11A1-7642-907F764F1148}"/>
                  </a:ext>
                </a:extLst>
              </p:cNvPr>
              <p:cNvSpPr txBox="1"/>
              <p:nvPr/>
            </p:nvSpPr>
            <p:spPr>
              <a:xfrm>
                <a:off x="4429797" y="1180082"/>
                <a:ext cx="7562135" cy="880369"/>
              </a:xfrm>
              <a:prstGeom prst="rect">
                <a:avLst/>
              </a:prstGeom>
              <a:noFill/>
            </p:spPr>
            <p:txBody>
              <a:bodyPr wrap="none" lIns="0" tIns="0" rIns="0" bIns="0"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𝑑𝑥</m:t>
                                  </m:r>
                                </m:sub>
                              </m:sSub>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𝑑𝑦</m:t>
                                  </m:r>
                                </m:sub>
                              </m:sSub>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𝑑𝑧</m:t>
                                  </m:r>
                                </m:sub>
                              </m:sSub>
                            </m:e>
                          </m:mr>
                        </m:m>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𝑓</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m:t>
                        </m:r>
                      </m:sub>
                    </m:sSub>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func>
                                <m:funcPr>
                                  <m:ctrlPr>
                                    <a:rPr lang="en-US" b="0" i="1" smtClean="0">
                                      <a:latin typeface="Cambria Math" panose="02040503050406030204" pitchFamily="18" charset="0"/>
                                    </a:rPr>
                                  </m:ctrlPr>
                                </m:funcPr>
                                <m:fName>
                                  <m:r>
                                    <m:rPr>
                                      <m:sty m:val="p"/>
                                      <m:brk m:alnAt="7"/>
                                    </m:rPr>
                                    <a:rPr lang="en-US" b="0" i="0" smtClean="0">
                                      <a:latin typeface="Cambria Math" panose="02040503050406030204" pitchFamily="18" charset="0"/>
                                    </a:rPr>
                                    <m:t>s</m:t>
                                  </m:r>
                                  <m:r>
                                    <m:rPr>
                                      <m:sty m:val="p"/>
                                    </m:rPr>
                                    <a:rPr lang="en-US" b="0" i="0" smtClean="0">
                                      <a:latin typeface="Cambria Math" panose="02040503050406030204" pitchFamily="18" charset="0"/>
                                    </a:rPr>
                                    <m:t>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𝛾</m:t>
                                      </m:r>
                                    </m:e>
                                  </m:d>
                                </m:e>
                              </m:func>
                              <m:func>
                                <m:funcPr>
                                  <m:ctrlPr>
                                    <a:rPr lang="en-US" b="0" i="1" smtClean="0">
                                      <a:latin typeface="Cambria Math" panose="02040503050406030204" pitchFamily="18" charset="0"/>
                                    </a:rPr>
                                  </m:ctrlPr>
                                </m:funcPr>
                                <m:fName>
                                  <m:r>
                                    <m:rPr>
                                      <m:sty m:val="p"/>
                                      <m:brk m:alnAt="7"/>
                                    </m:rPr>
                                    <a:rPr lang="en-US" b="0" i="0" smtClean="0">
                                      <a:latin typeface="Cambria Math" panose="02040503050406030204" pitchFamily="18" charset="0"/>
                                    </a:rPr>
                                    <m:t>c</m:t>
                                  </m:r>
                                  <m:r>
                                    <m:rPr>
                                      <m:sty m:val="p"/>
                                    </m:rPr>
                                    <a:rPr lang="en-US" b="0" i="0" smtClean="0">
                                      <a:latin typeface="Cambria Math" panose="02040503050406030204" pitchFamily="18" charset="0"/>
                                    </a:rPr>
                                    <m:t>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𝛿</m:t>
                                      </m:r>
                                    </m:e>
                                  </m:d>
                                </m:e>
                              </m:func>
                            </m:e>
                          </m:mr>
                          <m:m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r>
                                    <m:rPr>
                                      <m:sty m:val="p"/>
                                    </m:rPr>
                                    <a:rPr lang="en-US" b="0" i="1" smtClean="0">
                                      <a:latin typeface="Cambria Math" panose="02040503050406030204" pitchFamily="18" charset="0"/>
                                    </a:rPr>
                                    <m:t>δ</m:t>
                                  </m:r>
                                </m:e>
                              </m:func>
                            </m:e>
                          </m:mr>
                          <m:m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𝛾</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𝛿</m:t>
                                      </m:r>
                                    </m:e>
                                  </m:d>
                                </m:e>
                              </m:func>
                            </m:e>
                          </m:mr>
                        </m:m>
                      </m:e>
                    </m:d>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m:t>
                        </m:r>
                      </m:sub>
                    </m:sSub>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mr>
                          <m:mr>
                            <m:e>
                              <m:r>
                                <a:rPr lang="en-US" b="0" i="1" smtClean="0">
                                  <a:latin typeface="Cambria Math" panose="02040503050406030204" pitchFamily="18" charset="0"/>
                                </a:rPr>
                                <m:t>0</m:t>
                              </m:r>
                            </m:e>
                          </m:mr>
                          <m:mr>
                            <m:e>
                              <m:r>
                                <a:rPr lang="en-US" b="0" i="1" smtClean="0">
                                  <a:latin typeface="Cambria Math" panose="02040503050406030204" pitchFamily="18" charset="0"/>
                                </a:rPr>
                                <m:t>1</m:t>
                              </m:r>
                            </m:e>
                          </m:mr>
                        </m:m>
                      </m:e>
                    </m:d>
                    <m:r>
                      <a:rPr lang="en-US" b="0" i="1" smtClean="0">
                        <a:latin typeface="Cambria Math" panose="02040503050406030204" pitchFamily="18" charset="0"/>
                      </a:rPr>
                      <m:t>=</m:t>
                    </m:r>
                  </m:oMath>
                </a14:m>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m:t>
                        </m:r>
                      </m:sub>
                    </m:sSub>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func>
                                <m:funcPr>
                                  <m:ctrlPr>
                                    <a:rPr lang="en-US" b="0" i="1" smtClean="0">
                                      <a:latin typeface="Cambria Math" panose="02040503050406030204" pitchFamily="18" charset="0"/>
                                    </a:rPr>
                                  </m:ctrlPr>
                                </m:funcPr>
                                <m:fName>
                                  <m:r>
                                    <m:rPr>
                                      <m:sty m:val="p"/>
                                      <m:brk m:alnAt="7"/>
                                    </m:rPr>
                                    <a:rPr lang="en-US" b="0" i="0" smtClean="0">
                                      <a:latin typeface="Cambria Math" panose="02040503050406030204" pitchFamily="18" charset="0"/>
                                    </a:rPr>
                                    <m:t>s</m:t>
                                  </m:r>
                                  <m:r>
                                    <m:rPr>
                                      <m:sty m:val="p"/>
                                    </m:rPr>
                                    <a:rPr lang="en-US" b="0" i="0" smtClean="0">
                                      <a:latin typeface="Cambria Math" panose="02040503050406030204" pitchFamily="18" charset="0"/>
                                    </a:rPr>
                                    <m:t>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𝛾</m:t>
                                      </m:r>
                                    </m:e>
                                  </m:d>
                                </m:e>
                              </m:func>
                              <m:func>
                                <m:funcPr>
                                  <m:ctrlPr>
                                    <a:rPr lang="en-US" b="0" i="1" smtClean="0">
                                      <a:latin typeface="Cambria Math" panose="02040503050406030204" pitchFamily="18" charset="0"/>
                                    </a:rPr>
                                  </m:ctrlPr>
                                </m:funcPr>
                                <m:fName>
                                  <m:r>
                                    <m:rPr>
                                      <m:sty m:val="p"/>
                                      <m:brk m:alnAt="7"/>
                                    </m:rPr>
                                    <a:rPr lang="en-US" b="0" i="0" smtClean="0">
                                      <a:latin typeface="Cambria Math" panose="02040503050406030204" pitchFamily="18" charset="0"/>
                                    </a:rPr>
                                    <m:t>c</m:t>
                                  </m:r>
                                  <m:r>
                                    <m:rPr>
                                      <m:sty m:val="p"/>
                                    </m:rPr>
                                    <a:rPr lang="en-US" b="0" i="0" smtClean="0">
                                      <a:latin typeface="Cambria Math" panose="02040503050406030204" pitchFamily="18" charset="0"/>
                                    </a:rPr>
                                    <m:t>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𝛿</m:t>
                                      </m:r>
                                    </m:e>
                                  </m:d>
                                </m:e>
                              </m:func>
                            </m:e>
                          </m:mr>
                          <m:m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r>
                                    <m:rPr>
                                      <m:sty m:val="p"/>
                                    </m:rPr>
                                    <a:rPr lang="en-US" b="0" i="1" smtClean="0">
                                      <a:latin typeface="Cambria Math" panose="02040503050406030204" pitchFamily="18" charset="0"/>
                                    </a:rPr>
                                    <m:t>δ</m:t>
                                  </m:r>
                                </m:e>
                              </m:func>
                            </m:e>
                          </m:mr>
                          <m:m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𝛾</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𝛿</m:t>
                                      </m:r>
                                    </m:e>
                                  </m:d>
                                </m:e>
                              </m:func>
                              <m:r>
                                <a:rPr lang="en-US" b="0" i="1" smtClean="0">
                                  <a:latin typeface="Cambria Math" panose="02040503050406030204" pitchFamily="18" charset="0"/>
                                </a:rPr>
                                <m:t>−1</m:t>
                              </m:r>
                            </m:e>
                          </m:mr>
                        </m:m>
                      </m:e>
                    </m:d>
                  </m:oMath>
                </a14:m>
                <a:endParaRPr lang="en-US" dirty="0"/>
              </a:p>
            </p:txBody>
          </p:sp>
        </mc:Choice>
        <mc:Fallback xmlns="">
          <p:sp>
            <p:nvSpPr>
              <p:cNvPr id="37" name="TextBox 36">
                <a:extLst>
                  <a:ext uri="{FF2B5EF4-FFF2-40B4-BE49-F238E27FC236}">
                    <a16:creationId xmlns:a16="http://schemas.microsoft.com/office/drawing/2014/main" id="{02457D52-76B6-11A1-7642-907F764F1148}"/>
                  </a:ext>
                </a:extLst>
              </p:cNvPr>
              <p:cNvSpPr txBox="1">
                <a:spLocks noRot="1" noChangeAspect="1" noMove="1" noResize="1" noEditPoints="1" noAdjustHandles="1" noChangeArrowheads="1" noChangeShapeType="1" noTextEdit="1"/>
              </p:cNvSpPr>
              <p:nvPr/>
            </p:nvSpPr>
            <p:spPr>
              <a:xfrm>
                <a:off x="4429797" y="1180082"/>
                <a:ext cx="7562135" cy="880369"/>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9FA796D-B33A-F4C7-298B-A4ED6D3143B6}"/>
                  </a:ext>
                </a:extLst>
              </p:cNvPr>
              <p:cNvSpPr txBox="1"/>
              <p:nvPr/>
            </p:nvSpPr>
            <p:spPr>
              <a:xfrm>
                <a:off x="5449192" y="2339452"/>
                <a:ext cx="6045200" cy="3416320"/>
              </a:xfrm>
              <a:prstGeom prst="rect">
                <a:avLst/>
              </a:prstGeom>
              <a:noFill/>
            </p:spPr>
            <p:txBody>
              <a:bodyPr wrap="square" rtlCol="0">
                <a:spAutoFit/>
              </a:bodyPr>
              <a:lstStyle/>
              <a:p>
                <a:r>
                  <a:rPr lang="en-US" dirty="0"/>
                  <a:t>Assume we have 3 extrinsic rotations in the following order:</a:t>
                </a:r>
              </a:p>
              <a:p>
                <a:pPr marL="342900" indent="-342900">
                  <a:buAutoNum type="arabicPeriod"/>
                </a:pPr>
                <a:r>
                  <a:rPr lang="en-US" dirty="0"/>
                  <a:t>Rotate sample about x by </a:t>
                </a:r>
                <a14:m>
                  <m:oMath xmlns:m="http://schemas.openxmlformats.org/officeDocument/2006/math">
                    <m:r>
                      <a:rPr lang="en-US" b="0" i="1" smtClean="0">
                        <a:latin typeface="Cambria Math" panose="02040503050406030204" pitchFamily="18" charset="0"/>
                      </a:rPr>
                      <m:t>𝜔</m:t>
                    </m:r>
                  </m:oMath>
                </a14:m>
                <a:r>
                  <a:rPr lang="en-US" dirty="0"/>
                  <a:t> </a:t>
                </a:r>
              </a:p>
              <a:p>
                <a:pPr marL="342900" indent="-342900">
                  <a:buAutoNum type="arabicPeriod"/>
                </a:pPr>
                <a:r>
                  <a:rPr lang="en-US" dirty="0"/>
                  <a:t>Rotate sample about z by </a:t>
                </a:r>
                <a14:m>
                  <m:oMath xmlns:m="http://schemas.openxmlformats.org/officeDocument/2006/math">
                    <m:r>
                      <a:rPr lang="en-US" b="0" i="1" smtClean="0">
                        <a:latin typeface="Cambria Math" panose="02040503050406030204" pitchFamily="18" charset="0"/>
                      </a:rPr>
                      <m:t>𝜒</m:t>
                    </m:r>
                  </m:oMath>
                </a14:m>
                <a:endParaRPr lang="en-US" b="0" dirty="0"/>
              </a:p>
              <a:p>
                <a:pPr marL="342900" indent="-342900">
                  <a:buAutoNum type="arabicPeriod"/>
                </a:pPr>
                <a:r>
                  <a:rPr lang="en-US" dirty="0"/>
                  <a:t>Rotate sample about y by </a:t>
                </a:r>
                <a14:m>
                  <m:oMath xmlns:m="http://schemas.openxmlformats.org/officeDocument/2006/math">
                    <m:r>
                      <a:rPr lang="en-US" b="0" i="1" smtClean="0">
                        <a:latin typeface="Cambria Math" panose="02040503050406030204" pitchFamily="18" charset="0"/>
                      </a:rPr>
                      <m:t>𝜙</m:t>
                    </m:r>
                  </m:oMath>
                </a14:m>
                <a:endParaRPr lang="en-US" dirty="0"/>
              </a:p>
              <a:p>
                <a:pPr marL="342900" indent="-342900">
                  <a:buAutoNum type="arabicPeriod"/>
                </a:pPr>
                <a:endParaRPr lang="en-US" dirty="0"/>
              </a:p>
              <a:p>
                <a:r>
                  <a:rPr lang="en-US" dirty="0"/>
                  <a:t>For extrinsic rotations, the rotation matrix is:</a:t>
                </a:r>
              </a:p>
              <a:p>
                <a:r>
                  <a:rPr lang="en-US" dirty="0"/>
                  <a:t>R = R3 * R2 * R1</a:t>
                </a:r>
              </a:p>
              <a:p>
                <a:endParaRPr lang="en-US" dirty="0"/>
              </a:p>
              <a:p>
                <a:r>
                  <a:rPr lang="en-US" dirty="0"/>
                  <a:t>Since we are rotating the coordinate system, we want to find the passive rotation matrix Q:</a:t>
                </a:r>
              </a:p>
              <a:p>
                <a:r>
                  <a:rPr lang="en-US" dirty="0"/>
                  <a:t>Q = R^-1 = (R3 * R2 * R1)^-1 = R1^-1 * R2^-1 * R3^-1</a:t>
                </a:r>
              </a:p>
              <a:p>
                <a:r>
                  <a:rPr lang="en-US" dirty="0"/>
                  <a:t>Q = Q1 * Q2 * Q3 = QX * QZ * QY</a:t>
                </a:r>
              </a:p>
            </p:txBody>
          </p:sp>
        </mc:Choice>
        <mc:Fallback xmlns="">
          <p:sp>
            <p:nvSpPr>
              <p:cNvPr id="3" name="TextBox 2">
                <a:extLst>
                  <a:ext uri="{FF2B5EF4-FFF2-40B4-BE49-F238E27FC236}">
                    <a16:creationId xmlns:a16="http://schemas.microsoft.com/office/drawing/2014/main" id="{69FA796D-B33A-F4C7-298B-A4ED6D3143B6}"/>
                  </a:ext>
                </a:extLst>
              </p:cNvPr>
              <p:cNvSpPr txBox="1">
                <a:spLocks noRot="1" noChangeAspect="1" noMove="1" noResize="1" noEditPoints="1" noAdjustHandles="1" noChangeArrowheads="1" noChangeShapeType="1" noTextEdit="1"/>
              </p:cNvSpPr>
              <p:nvPr/>
            </p:nvSpPr>
            <p:spPr>
              <a:xfrm>
                <a:off x="5449192" y="2339452"/>
                <a:ext cx="6045200" cy="3416320"/>
              </a:xfrm>
              <a:prstGeom prst="rect">
                <a:avLst/>
              </a:prstGeom>
              <a:blipFill>
                <a:blip r:embed="rId19"/>
                <a:stretch>
                  <a:fillRect l="-907" t="-893" b="-2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68AA5FA-2219-ACD4-8766-3A3442200515}"/>
                  </a:ext>
                </a:extLst>
              </p:cNvPr>
              <p:cNvSpPr txBox="1"/>
              <p:nvPr/>
            </p:nvSpPr>
            <p:spPr>
              <a:xfrm>
                <a:off x="6045200" y="6034773"/>
                <a:ext cx="96821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𝑠</m:t>
                          </m:r>
                        </m:sub>
                      </m:sSub>
                      <m:r>
                        <a:rPr lang="en-US" b="0" i="1" smtClean="0">
                          <a:latin typeface="Cambria Math" panose="02040503050406030204" pitchFamily="18" charset="0"/>
                        </a:rPr>
                        <m:t>=</m:t>
                      </m:r>
                      <m:r>
                        <a:rPr lang="en-US" b="0" i="1" smtClean="0">
                          <a:latin typeface="Cambria Math" panose="02040503050406030204" pitchFamily="18" charset="0"/>
                        </a:rPr>
                        <m:t>𝑄</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m:t>
                          </m:r>
                        </m:sub>
                      </m:sSub>
                    </m:oMath>
                  </m:oMathPara>
                </a14:m>
                <a:endParaRPr lang="en-US" dirty="0"/>
              </a:p>
            </p:txBody>
          </p:sp>
        </mc:Choice>
        <mc:Fallback xmlns="">
          <p:sp>
            <p:nvSpPr>
              <p:cNvPr id="4" name="TextBox 3">
                <a:extLst>
                  <a:ext uri="{FF2B5EF4-FFF2-40B4-BE49-F238E27FC236}">
                    <a16:creationId xmlns:a16="http://schemas.microsoft.com/office/drawing/2014/main" id="{268AA5FA-2219-ACD4-8766-3A3442200515}"/>
                  </a:ext>
                </a:extLst>
              </p:cNvPr>
              <p:cNvSpPr txBox="1">
                <a:spLocks noRot="1" noChangeAspect="1" noMove="1" noResize="1" noEditPoints="1" noAdjustHandles="1" noChangeArrowheads="1" noChangeShapeType="1" noTextEdit="1"/>
              </p:cNvSpPr>
              <p:nvPr/>
            </p:nvSpPr>
            <p:spPr>
              <a:xfrm>
                <a:off x="6045200" y="6034773"/>
                <a:ext cx="968214" cy="276999"/>
              </a:xfrm>
              <a:prstGeom prst="rect">
                <a:avLst/>
              </a:prstGeom>
              <a:blipFill>
                <a:blip r:embed="rId20"/>
                <a:stretch>
                  <a:fillRect l="-6329" r="-2532" b="-31111"/>
                </a:stretch>
              </a:blipFill>
            </p:spPr>
            <p:txBody>
              <a:bodyPr/>
              <a:lstStyle/>
              <a:p>
                <a:r>
                  <a:rPr lang="en-US">
                    <a:noFill/>
                  </a:rPr>
                  <a:t> </a:t>
                </a:r>
              </a:p>
            </p:txBody>
          </p:sp>
        </mc:Fallback>
      </mc:AlternateContent>
    </p:spTree>
    <p:extLst>
      <p:ext uri="{BB962C8B-B14F-4D97-AF65-F5344CB8AC3E}">
        <p14:creationId xmlns:p14="http://schemas.microsoft.com/office/powerpoint/2010/main" val="2439068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31683683-0B2C-F5EE-321E-1C32D10A96BB}"/>
                  </a:ext>
                </a:extLst>
              </p:cNvPr>
              <p:cNvSpPr txBox="1">
                <a:spLocks/>
              </p:cNvSpPr>
              <p:nvPr/>
            </p:nvSpPr>
            <p:spPr>
              <a:xfrm>
                <a:off x="7768682" y="302273"/>
                <a:ext cx="4423318" cy="432303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dirty="0"/>
                  <a:t>Passive Rotation Matrices</a:t>
                </a:r>
              </a:p>
              <a:p>
                <a:pPr marL="0" indent="0" algn="ctr">
                  <a:buFont typeface="Arial" panose="020B0604020202020204" pitchFamily="34" charset="0"/>
                  <a:buNone/>
                </a:pPr>
                <a:endParaRPr lang="en-US" sz="1800" dirty="0"/>
              </a:p>
              <a:p>
                <a:pPr marL="0" indent="0" algn="ctr">
                  <a:buNone/>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𝑄</m:t>
                          </m:r>
                        </m:e>
                        <m:sub>
                          <m:r>
                            <a:rPr lang="en-US" sz="1800" b="0" i="1" smtClean="0">
                              <a:latin typeface="Cambria Math" panose="02040503050406030204" pitchFamily="18" charset="0"/>
                            </a:rPr>
                            <m:t>𝑋</m:t>
                          </m:r>
                        </m:sub>
                      </m:sSub>
                      <m:r>
                        <a:rPr lang="en-US" sz="1800" b="0" i="1" smtClean="0">
                          <a:latin typeface="Cambria Math" panose="02040503050406030204" pitchFamily="18" charset="0"/>
                        </a:rPr>
                        <m:t>=</m:t>
                      </m:r>
                      <m:sSubSup>
                        <m:sSubSupPr>
                          <m:ctrlPr>
                            <a:rPr lang="en-US" sz="1800" i="1">
                              <a:latin typeface="Cambria Math" panose="02040503050406030204" pitchFamily="18" charset="0"/>
                            </a:rPr>
                          </m:ctrlPr>
                        </m:sSubSupPr>
                        <m:e>
                          <m:r>
                            <a:rPr lang="en-US" sz="1800" i="1">
                              <a:latin typeface="Cambria Math" panose="02040503050406030204" pitchFamily="18" charset="0"/>
                            </a:rPr>
                            <m:t>𝑅</m:t>
                          </m:r>
                        </m:e>
                        <m:sub>
                          <m:r>
                            <a:rPr lang="en-US" sz="1800" i="1">
                              <a:latin typeface="Cambria Math" panose="02040503050406030204" pitchFamily="18" charset="0"/>
                            </a:rPr>
                            <m:t>𝑋</m:t>
                          </m:r>
                        </m:sub>
                        <m:sup>
                          <m:r>
                            <a:rPr lang="en-US" sz="1800" i="1">
                              <a:latin typeface="Cambria Math" panose="02040503050406030204" pitchFamily="18" charset="0"/>
                            </a:rPr>
                            <m:t>−1</m:t>
                          </m:r>
                        </m:sup>
                      </m:sSubSup>
                      <m:d>
                        <m:dPr>
                          <m:ctrlPr>
                            <a:rPr lang="en-US" sz="1800" i="1">
                              <a:latin typeface="Cambria Math" panose="02040503050406030204" pitchFamily="18" charset="0"/>
                            </a:rPr>
                          </m:ctrlPr>
                        </m:dPr>
                        <m:e>
                          <m:r>
                            <a:rPr lang="en-US" sz="1800" i="1">
                              <a:latin typeface="Cambria Math" panose="02040503050406030204" pitchFamily="18" charset="0"/>
                            </a:rPr>
                            <m:t>𝑢</m:t>
                          </m:r>
                        </m:e>
                      </m:d>
                      <m:r>
                        <a:rPr lang="en-US" sz="1800" i="1">
                          <a:latin typeface="Cambria Math" panose="02040503050406030204" pitchFamily="18" charset="0"/>
                        </a:rPr>
                        <m:t>=</m:t>
                      </m:r>
                      <m:d>
                        <m:dPr>
                          <m:begChr m:val="["/>
                          <m:endChr m:val="]"/>
                          <m:ctrlPr>
                            <a:rPr lang="en-US" sz="1800" i="1">
                              <a:latin typeface="Cambria Math" panose="02040503050406030204" pitchFamily="18" charset="0"/>
                            </a:rPr>
                          </m:ctrlPr>
                        </m:dPr>
                        <m:e>
                          <m:m>
                            <m:mPr>
                              <m:mcs>
                                <m:mc>
                                  <m:mcPr>
                                    <m:count m:val="3"/>
                                    <m:mcJc m:val="center"/>
                                  </m:mcPr>
                                </m:mc>
                              </m:mcs>
                              <m:ctrlPr>
                                <a:rPr lang="en-US" sz="1800" i="1">
                                  <a:latin typeface="Cambria Math" panose="02040503050406030204" pitchFamily="18" charset="0"/>
                                </a:rPr>
                              </m:ctrlPr>
                            </m:mPr>
                            <m:mr>
                              <m:e>
                                <m:r>
                                  <m:rPr>
                                    <m:brk m:alnAt="7"/>
                                  </m:rPr>
                                  <a:rPr lang="en-US" sz="1800" i="1">
                                    <a:latin typeface="Cambria Math" panose="02040503050406030204" pitchFamily="18" charset="0"/>
                                  </a:rPr>
                                  <m:t>1</m:t>
                                </m:r>
                              </m:e>
                              <m:e>
                                <m:r>
                                  <a:rPr lang="en-US" sz="1800" i="1">
                                    <a:latin typeface="Cambria Math" panose="02040503050406030204" pitchFamily="18" charset="0"/>
                                  </a:rPr>
                                  <m:t>0</m:t>
                                </m:r>
                              </m:e>
                              <m:e>
                                <m:r>
                                  <a:rPr lang="en-US" sz="1800" i="1">
                                    <a:latin typeface="Cambria Math" panose="02040503050406030204" pitchFamily="18" charset="0"/>
                                  </a:rPr>
                                  <m:t>0</m:t>
                                </m:r>
                              </m:e>
                            </m:mr>
                            <m:mr>
                              <m:e>
                                <m:r>
                                  <a:rPr lang="en-US" sz="1800" i="1">
                                    <a:latin typeface="Cambria Math" panose="02040503050406030204" pitchFamily="18" charset="0"/>
                                  </a:rPr>
                                  <m:t>0</m:t>
                                </m:r>
                              </m:e>
                              <m:e>
                                <m:func>
                                  <m:funcPr>
                                    <m:ctrlPr>
                                      <a:rPr lang="en-US" sz="1800" i="1">
                                        <a:latin typeface="Cambria Math" panose="02040503050406030204" pitchFamily="18" charset="0"/>
                                      </a:rPr>
                                    </m:ctrlPr>
                                  </m:funcPr>
                                  <m:fName>
                                    <m:r>
                                      <m:rPr>
                                        <m:sty m:val="p"/>
                                      </m:rPr>
                                      <a:rPr lang="en-US" sz="1800">
                                        <a:latin typeface="Cambria Math" panose="02040503050406030204" pitchFamily="18" charset="0"/>
                                      </a:rPr>
                                      <m:t>cos</m:t>
                                    </m:r>
                                  </m:fName>
                                  <m:e>
                                    <m:d>
                                      <m:dPr>
                                        <m:ctrlPr>
                                          <a:rPr lang="en-US" sz="1800" i="1" smtClean="0">
                                            <a:latin typeface="Cambria Math" panose="02040503050406030204" pitchFamily="18" charset="0"/>
                                          </a:rPr>
                                        </m:ctrlPr>
                                      </m:dPr>
                                      <m:e>
                                        <m:r>
                                          <a:rPr lang="en-US" sz="1800" b="0" i="1" smtClean="0">
                                            <a:latin typeface="Cambria Math" panose="02040503050406030204" pitchFamily="18" charset="0"/>
                                          </a:rPr>
                                          <m:t>𝜔</m:t>
                                        </m:r>
                                      </m:e>
                                    </m:d>
                                  </m:e>
                                </m:func>
                              </m:e>
                              <m:e>
                                <m:r>
                                  <m:rPr>
                                    <m:sty m:val="p"/>
                                  </m:rPr>
                                  <a:rPr lang="en-US" sz="1800">
                                    <a:latin typeface="Cambria Math" panose="02040503050406030204" pitchFamily="18" charset="0"/>
                                  </a:rPr>
                                  <m:t>sin</m:t>
                                </m:r>
                                <m:r>
                                  <a:rPr lang="en-US" sz="1800" i="1">
                                    <a:latin typeface="Cambria Math" panose="02040503050406030204" pitchFamily="18" charset="0"/>
                                  </a:rPr>
                                  <m:t>⁡(</m:t>
                                </m:r>
                                <m:r>
                                  <a:rPr lang="en-US" sz="1800" b="0" i="1" smtClean="0">
                                    <a:latin typeface="Cambria Math" panose="02040503050406030204" pitchFamily="18" charset="0"/>
                                  </a:rPr>
                                  <m:t>𝜔</m:t>
                                </m:r>
                                <m:r>
                                  <a:rPr lang="en-US" sz="1800" i="1">
                                    <a:latin typeface="Cambria Math" panose="02040503050406030204" pitchFamily="18" charset="0"/>
                                  </a:rPr>
                                  <m:t>)</m:t>
                                </m:r>
                              </m:e>
                            </m:mr>
                            <m:mr>
                              <m:e>
                                <m:r>
                                  <a:rPr lang="en-US" sz="1800" i="1">
                                    <a:latin typeface="Cambria Math" panose="02040503050406030204" pitchFamily="18" charset="0"/>
                                  </a:rPr>
                                  <m:t>0</m:t>
                                </m:r>
                              </m:e>
                              <m:e>
                                <m:r>
                                  <a:rPr lang="en-US" sz="1800">
                                    <a:latin typeface="Cambria Math" panose="02040503050406030204" pitchFamily="18" charset="0"/>
                                  </a:rPr>
                                  <m:t>−</m:t>
                                </m:r>
                                <m:r>
                                  <m:rPr>
                                    <m:sty m:val="p"/>
                                  </m:rPr>
                                  <a:rPr lang="en-US" sz="1800">
                                    <a:latin typeface="Cambria Math" panose="02040503050406030204" pitchFamily="18" charset="0"/>
                                  </a:rPr>
                                  <m:t>sin</m:t>
                                </m:r>
                                <m:r>
                                  <a:rPr lang="en-US" sz="1800" i="1">
                                    <a:latin typeface="Cambria Math" panose="02040503050406030204" pitchFamily="18" charset="0"/>
                                  </a:rPr>
                                  <m:t>⁡(</m:t>
                                </m:r>
                                <m:r>
                                  <a:rPr lang="en-US" sz="1800" b="0" i="1" smtClean="0">
                                    <a:latin typeface="Cambria Math" panose="02040503050406030204" pitchFamily="18" charset="0"/>
                                  </a:rPr>
                                  <m:t>𝜔</m:t>
                                </m:r>
                                <m:r>
                                  <a:rPr lang="en-US" sz="1800" i="1">
                                    <a:latin typeface="Cambria Math" panose="02040503050406030204" pitchFamily="18" charset="0"/>
                                  </a:rPr>
                                  <m:t>)</m:t>
                                </m:r>
                              </m:e>
                              <m:e>
                                <m:r>
                                  <m:rPr>
                                    <m:sty m:val="p"/>
                                  </m:rPr>
                                  <a:rPr lang="en-US" sz="1800">
                                    <a:latin typeface="Cambria Math" panose="02040503050406030204" pitchFamily="18" charset="0"/>
                                  </a:rPr>
                                  <m:t>cos</m:t>
                                </m:r>
                                <m:r>
                                  <a:rPr lang="en-US" sz="1800" i="1">
                                    <a:latin typeface="Cambria Math" panose="02040503050406030204" pitchFamily="18" charset="0"/>
                                  </a:rPr>
                                  <m:t>⁡(</m:t>
                                </m:r>
                                <m:r>
                                  <a:rPr lang="en-US" sz="1800" b="0" i="1" smtClean="0">
                                    <a:latin typeface="Cambria Math" panose="02040503050406030204" pitchFamily="18" charset="0"/>
                                  </a:rPr>
                                  <m:t>𝜔</m:t>
                                </m:r>
                                <m:r>
                                  <a:rPr lang="en-US" sz="1800" i="1">
                                    <a:latin typeface="Cambria Math" panose="02040503050406030204" pitchFamily="18" charset="0"/>
                                  </a:rPr>
                                  <m:t>)</m:t>
                                </m:r>
                              </m:e>
                            </m:mr>
                          </m:m>
                        </m:e>
                      </m:d>
                    </m:oMath>
                  </m:oMathPara>
                </a14:m>
                <a:endParaRPr lang="en-US" sz="1800" dirty="0"/>
              </a:p>
              <a:p>
                <a:pPr marL="0" indent="0" algn="ctr">
                  <a:buFont typeface="Arial" panose="020B0604020202020204" pitchFamily="34" charset="0"/>
                  <a:buNone/>
                </a:pPr>
                <a:endParaRPr lang="en-US" sz="1800" dirty="0"/>
              </a:p>
              <a:p>
                <a:pPr marL="0" indent="0" algn="ctr">
                  <a:buNone/>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𝑄</m:t>
                          </m:r>
                        </m:e>
                        <m:sub>
                          <m:r>
                            <a:rPr lang="en-US" sz="1800" b="0" i="1" smtClean="0">
                              <a:latin typeface="Cambria Math" panose="02040503050406030204" pitchFamily="18" charset="0"/>
                            </a:rPr>
                            <m:t>𝑌</m:t>
                          </m:r>
                        </m:sub>
                      </m:sSub>
                      <m:r>
                        <a:rPr lang="en-US" sz="1800" b="0" i="1" smtClean="0">
                          <a:latin typeface="Cambria Math" panose="02040503050406030204" pitchFamily="18" charset="0"/>
                        </a:rPr>
                        <m:t>=</m:t>
                      </m:r>
                      <m:sSubSup>
                        <m:sSubSupPr>
                          <m:ctrlPr>
                            <a:rPr lang="en-US" sz="1800" i="1">
                              <a:latin typeface="Cambria Math" panose="02040503050406030204" pitchFamily="18" charset="0"/>
                            </a:rPr>
                          </m:ctrlPr>
                        </m:sSubSupPr>
                        <m:e>
                          <m:r>
                            <a:rPr lang="en-US" sz="1800" i="1">
                              <a:latin typeface="Cambria Math" panose="02040503050406030204" pitchFamily="18" charset="0"/>
                            </a:rPr>
                            <m:t>𝑅</m:t>
                          </m:r>
                        </m:e>
                        <m:sub>
                          <m:r>
                            <a:rPr lang="en-US" sz="1800" i="1">
                              <a:latin typeface="Cambria Math" panose="02040503050406030204" pitchFamily="18" charset="0"/>
                            </a:rPr>
                            <m:t>𝑌</m:t>
                          </m:r>
                        </m:sub>
                        <m:sup>
                          <m:r>
                            <a:rPr lang="en-US" sz="1800" i="1">
                              <a:latin typeface="Cambria Math" panose="02040503050406030204" pitchFamily="18" charset="0"/>
                            </a:rPr>
                            <m:t>−1</m:t>
                          </m:r>
                        </m:sup>
                      </m:sSubSup>
                      <m:d>
                        <m:dPr>
                          <m:ctrlPr>
                            <a:rPr lang="en-US" sz="1800" i="1">
                              <a:latin typeface="Cambria Math" panose="02040503050406030204" pitchFamily="18" charset="0"/>
                            </a:rPr>
                          </m:ctrlPr>
                        </m:dPr>
                        <m:e>
                          <m:r>
                            <a:rPr lang="en-US" sz="1800" i="1">
                              <a:latin typeface="Cambria Math" panose="02040503050406030204" pitchFamily="18" charset="0"/>
                            </a:rPr>
                            <m:t>𝑣</m:t>
                          </m:r>
                        </m:e>
                      </m:d>
                      <m:r>
                        <a:rPr lang="en-US" sz="1800" i="1">
                          <a:latin typeface="Cambria Math" panose="02040503050406030204" pitchFamily="18" charset="0"/>
                        </a:rPr>
                        <m:t>=</m:t>
                      </m:r>
                      <m:d>
                        <m:dPr>
                          <m:begChr m:val="["/>
                          <m:endChr m:val="]"/>
                          <m:ctrlPr>
                            <a:rPr lang="en-US" sz="1800" i="1">
                              <a:latin typeface="Cambria Math" panose="02040503050406030204" pitchFamily="18" charset="0"/>
                            </a:rPr>
                          </m:ctrlPr>
                        </m:dPr>
                        <m:e>
                          <m:m>
                            <m:mPr>
                              <m:mcs>
                                <m:mc>
                                  <m:mcPr>
                                    <m:count m:val="3"/>
                                    <m:mcJc m:val="center"/>
                                  </m:mcPr>
                                </m:mc>
                              </m:mcs>
                              <m:ctrlPr>
                                <a:rPr lang="en-US" sz="1800" i="1">
                                  <a:latin typeface="Cambria Math" panose="02040503050406030204" pitchFamily="18" charset="0"/>
                                </a:rPr>
                              </m:ctrlPr>
                            </m:mPr>
                            <m:mr>
                              <m:e>
                                <m:r>
                                  <m:rPr>
                                    <m:sty m:val="p"/>
                                    <m:brk m:alnAt="7"/>
                                  </m:rPr>
                                  <a:rPr lang="en-US" sz="1800">
                                    <a:latin typeface="Cambria Math" panose="02040503050406030204" pitchFamily="18" charset="0"/>
                                  </a:rPr>
                                  <m:t>c</m:t>
                                </m:r>
                                <m:r>
                                  <m:rPr>
                                    <m:sty m:val="p"/>
                                  </m:rPr>
                                  <a:rPr lang="en-US" sz="1800">
                                    <a:latin typeface="Cambria Math" panose="02040503050406030204" pitchFamily="18" charset="0"/>
                                  </a:rPr>
                                  <m:t>os</m:t>
                                </m:r>
                                <m:r>
                                  <m:rPr>
                                    <m:brk m:alnAt="7"/>
                                  </m:rPr>
                                  <a:rPr lang="en-US" sz="1800" i="1">
                                    <a:latin typeface="Cambria Math" panose="02040503050406030204" pitchFamily="18" charset="0"/>
                                  </a:rPr>
                                  <m:t>⁡</m:t>
                                </m:r>
                                <m:r>
                                  <a:rPr lang="en-US" sz="1800" i="1">
                                    <a:latin typeface="Cambria Math" panose="02040503050406030204" pitchFamily="18" charset="0"/>
                                  </a:rPr>
                                  <m:t>(</m:t>
                                </m:r>
                                <m:r>
                                  <a:rPr lang="en-US" sz="1800" b="0" i="1" smtClean="0">
                                    <a:latin typeface="Cambria Math" panose="02040503050406030204" pitchFamily="18" charset="0"/>
                                  </a:rPr>
                                  <m:t>𝜙</m:t>
                                </m:r>
                                <m:r>
                                  <a:rPr lang="en-US" sz="1800" i="1">
                                    <a:latin typeface="Cambria Math" panose="02040503050406030204" pitchFamily="18" charset="0"/>
                                  </a:rPr>
                                  <m:t>)</m:t>
                                </m:r>
                              </m:e>
                              <m:e>
                                <m:r>
                                  <a:rPr lang="en-US" sz="1800" i="1">
                                    <a:latin typeface="Cambria Math" panose="02040503050406030204" pitchFamily="18" charset="0"/>
                                  </a:rPr>
                                  <m:t>0</m:t>
                                </m:r>
                              </m:e>
                              <m:e>
                                <m:r>
                                  <a:rPr lang="en-US" sz="1800">
                                    <a:latin typeface="Cambria Math" panose="02040503050406030204" pitchFamily="18" charset="0"/>
                                  </a:rPr>
                                  <m:t>−</m:t>
                                </m:r>
                                <m:r>
                                  <m:rPr>
                                    <m:sty m:val="p"/>
                                  </m:rPr>
                                  <a:rPr lang="en-US" sz="1800">
                                    <a:latin typeface="Cambria Math" panose="02040503050406030204" pitchFamily="18" charset="0"/>
                                  </a:rPr>
                                  <m:t>sin</m:t>
                                </m:r>
                                <m:r>
                                  <a:rPr lang="en-US" sz="1800" i="1">
                                    <a:latin typeface="Cambria Math" panose="02040503050406030204" pitchFamily="18" charset="0"/>
                                  </a:rPr>
                                  <m:t>⁡(</m:t>
                                </m:r>
                                <m:r>
                                  <a:rPr lang="en-US" sz="1800" b="0" i="1" smtClean="0">
                                    <a:latin typeface="Cambria Math" panose="02040503050406030204" pitchFamily="18" charset="0"/>
                                  </a:rPr>
                                  <m:t>𝜙</m:t>
                                </m:r>
                                <m:r>
                                  <a:rPr lang="en-US" sz="1800" i="1">
                                    <a:latin typeface="Cambria Math" panose="02040503050406030204" pitchFamily="18" charset="0"/>
                                  </a:rPr>
                                  <m:t>)</m:t>
                                </m:r>
                              </m:e>
                            </m:mr>
                            <m:mr>
                              <m:e>
                                <m:r>
                                  <a:rPr lang="en-US" sz="1800" i="1">
                                    <a:latin typeface="Cambria Math" panose="02040503050406030204" pitchFamily="18" charset="0"/>
                                  </a:rPr>
                                  <m:t>0</m:t>
                                </m:r>
                              </m:e>
                              <m:e>
                                <m:r>
                                  <a:rPr lang="en-US" sz="1800" i="1">
                                    <a:latin typeface="Cambria Math" panose="02040503050406030204" pitchFamily="18" charset="0"/>
                                  </a:rPr>
                                  <m:t>1</m:t>
                                </m:r>
                              </m:e>
                              <m:e>
                                <m:r>
                                  <a:rPr lang="en-US" sz="1800" i="1">
                                    <a:latin typeface="Cambria Math" panose="02040503050406030204" pitchFamily="18" charset="0"/>
                                  </a:rPr>
                                  <m:t>0</m:t>
                                </m:r>
                              </m:e>
                            </m:mr>
                            <m:mr>
                              <m:e>
                                <m:r>
                                  <m:rPr>
                                    <m:sty m:val="p"/>
                                  </m:rPr>
                                  <a:rPr lang="en-US" sz="1800">
                                    <a:latin typeface="Cambria Math" panose="02040503050406030204" pitchFamily="18" charset="0"/>
                                  </a:rPr>
                                  <m:t>sin</m:t>
                                </m:r>
                                <m:r>
                                  <a:rPr lang="en-US" sz="1800" i="1">
                                    <a:latin typeface="Cambria Math" panose="02040503050406030204" pitchFamily="18" charset="0"/>
                                  </a:rPr>
                                  <m:t>⁡(</m:t>
                                </m:r>
                                <m:r>
                                  <a:rPr lang="en-US" sz="1800" b="0" i="1" smtClean="0">
                                    <a:latin typeface="Cambria Math" panose="02040503050406030204" pitchFamily="18" charset="0"/>
                                  </a:rPr>
                                  <m:t>𝜙</m:t>
                                </m:r>
                                <m:r>
                                  <a:rPr lang="en-US" sz="1800" i="1">
                                    <a:latin typeface="Cambria Math" panose="02040503050406030204" pitchFamily="18" charset="0"/>
                                  </a:rPr>
                                  <m:t>)</m:t>
                                </m:r>
                              </m:e>
                              <m:e>
                                <m:r>
                                  <a:rPr lang="en-US" sz="1800">
                                    <a:latin typeface="Cambria Math" panose="02040503050406030204" pitchFamily="18" charset="0"/>
                                  </a:rPr>
                                  <m:t>0</m:t>
                                </m:r>
                              </m:e>
                              <m:e>
                                <m:r>
                                  <m:rPr>
                                    <m:sty m:val="p"/>
                                  </m:rPr>
                                  <a:rPr lang="en-US" sz="1800">
                                    <a:latin typeface="Cambria Math" panose="02040503050406030204" pitchFamily="18" charset="0"/>
                                  </a:rPr>
                                  <m:t>cos</m:t>
                                </m:r>
                                <m:r>
                                  <a:rPr lang="en-US" sz="1800" i="1">
                                    <a:latin typeface="Cambria Math" panose="02040503050406030204" pitchFamily="18" charset="0"/>
                                  </a:rPr>
                                  <m:t>⁡(</m:t>
                                </m:r>
                                <m:r>
                                  <a:rPr lang="en-US" sz="1800" b="0" i="1" smtClean="0">
                                    <a:latin typeface="Cambria Math" panose="02040503050406030204" pitchFamily="18" charset="0"/>
                                  </a:rPr>
                                  <m:t>𝜙</m:t>
                                </m:r>
                                <m:r>
                                  <a:rPr lang="en-US" sz="1800" i="1">
                                    <a:latin typeface="Cambria Math" panose="02040503050406030204" pitchFamily="18" charset="0"/>
                                  </a:rPr>
                                  <m:t>)</m:t>
                                </m:r>
                              </m:e>
                            </m:mr>
                          </m:m>
                        </m:e>
                      </m:d>
                    </m:oMath>
                  </m:oMathPara>
                </a14:m>
                <a:endParaRPr lang="en-US" sz="1800" dirty="0"/>
              </a:p>
              <a:p>
                <a:pPr marL="0" indent="0" algn="ctr">
                  <a:buFont typeface="Arial" panose="020B0604020202020204" pitchFamily="34" charset="0"/>
                  <a:buNone/>
                </a:pPr>
                <a:endParaRPr lang="en-US" sz="1800" dirty="0"/>
              </a:p>
              <a:p>
                <a:pPr marL="0" indent="0" algn="ctr">
                  <a:buNone/>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𝑄</m:t>
                          </m:r>
                        </m:e>
                        <m:sub>
                          <m:r>
                            <a:rPr lang="en-US" sz="1800" b="0" i="1" smtClean="0">
                              <a:latin typeface="Cambria Math" panose="02040503050406030204" pitchFamily="18" charset="0"/>
                            </a:rPr>
                            <m:t>𝑍</m:t>
                          </m:r>
                        </m:sub>
                      </m:sSub>
                      <m:r>
                        <a:rPr lang="en-US" sz="1800" b="0" i="1" smtClean="0">
                          <a:latin typeface="Cambria Math" panose="02040503050406030204" pitchFamily="18" charset="0"/>
                        </a:rPr>
                        <m:t>=</m:t>
                      </m:r>
                      <m:sSubSup>
                        <m:sSubSupPr>
                          <m:ctrlPr>
                            <a:rPr lang="en-US" sz="1800" i="1">
                              <a:latin typeface="Cambria Math" panose="02040503050406030204" pitchFamily="18" charset="0"/>
                            </a:rPr>
                          </m:ctrlPr>
                        </m:sSubSupPr>
                        <m:e>
                          <m:r>
                            <a:rPr lang="en-US" sz="1800" i="1">
                              <a:latin typeface="Cambria Math" panose="02040503050406030204" pitchFamily="18" charset="0"/>
                            </a:rPr>
                            <m:t>𝑅</m:t>
                          </m:r>
                        </m:e>
                        <m:sub>
                          <m:r>
                            <a:rPr lang="en-US" sz="1800" i="1">
                              <a:latin typeface="Cambria Math" panose="02040503050406030204" pitchFamily="18" charset="0"/>
                            </a:rPr>
                            <m:t>𝑍</m:t>
                          </m:r>
                        </m:sub>
                        <m:sup>
                          <m:r>
                            <a:rPr lang="en-US" sz="1800" i="1">
                              <a:latin typeface="Cambria Math" panose="02040503050406030204" pitchFamily="18" charset="0"/>
                            </a:rPr>
                            <m:t>−1</m:t>
                          </m:r>
                        </m:sup>
                      </m:sSubSup>
                      <m:d>
                        <m:dPr>
                          <m:ctrlPr>
                            <a:rPr lang="en-US" sz="1800" i="1">
                              <a:latin typeface="Cambria Math" panose="02040503050406030204" pitchFamily="18" charset="0"/>
                            </a:rPr>
                          </m:ctrlPr>
                        </m:dPr>
                        <m:e>
                          <m:r>
                            <a:rPr lang="en-US" sz="1800" i="1">
                              <a:latin typeface="Cambria Math" panose="02040503050406030204" pitchFamily="18" charset="0"/>
                            </a:rPr>
                            <m:t>𝑤</m:t>
                          </m:r>
                        </m:e>
                      </m:d>
                      <m:r>
                        <a:rPr lang="en-US" sz="1800" i="1">
                          <a:latin typeface="Cambria Math" panose="02040503050406030204" pitchFamily="18" charset="0"/>
                        </a:rPr>
                        <m:t>=</m:t>
                      </m:r>
                      <m:d>
                        <m:dPr>
                          <m:begChr m:val="["/>
                          <m:endChr m:val="]"/>
                          <m:ctrlPr>
                            <a:rPr lang="en-US" sz="1800" i="1">
                              <a:latin typeface="Cambria Math" panose="02040503050406030204" pitchFamily="18" charset="0"/>
                            </a:rPr>
                          </m:ctrlPr>
                        </m:dPr>
                        <m:e>
                          <m:m>
                            <m:mPr>
                              <m:mcs>
                                <m:mc>
                                  <m:mcPr>
                                    <m:count m:val="3"/>
                                    <m:mcJc m:val="center"/>
                                  </m:mcPr>
                                </m:mc>
                              </m:mcs>
                              <m:ctrlPr>
                                <a:rPr lang="en-US" sz="1800" i="1">
                                  <a:latin typeface="Cambria Math" panose="02040503050406030204" pitchFamily="18" charset="0"/>
                                </a:rPr>
                              </m:ctrlPr>
                            </m:mPr>
                            <m:mr>
                              <m:e>
                                <m:r>
                                  <m:rPr>
                                    <m:sty m:val="p"/>
                                    <m:brk m:alnAt="7"/>
                                  </m:rPr>
                                  <a:rPr lang="en-US" sz="1800">
                                    <a:latin typeface="Cambria Math" panose="02040503050406030204" pitchFamily="18" charset="0"/>
                                  </a:rPr>
                                  <m:t>c</m:t>
                                </m:r>
                                <m:r>
                                  <m:rPr>
                                    <m:sty m:val="p"/>
                                  </m:rPr>
                                  <a:rPr lang="en-US" sz="1800">
                                    <a:latin typeface="Cambria Math" panose="02040503050406030204" pitchFamily="18" charset="0"/>
                                  </a:rPr>
                                  <m:t>os</m:t>
                                </m:r>
                                <m:r>
                                  <m:rPr>
                                    <m:brk m:alnAt="7"/>
                                  </m:rPr>
                                  <a:rPr lang="en-US" sz="1800" i="1">
                                    <a:latin typeface="Cambria Math" panose="02040503050406030204" pitchFamily="18" charset="0"/>
                                  </a:rPr>
                                  <m:t>⁡</m:t>
                                </m:r>
                                <m:r>
                                  <a:rPr lang="en-US" sz="1800" i="1">
                                    <a:latin typeface="Cambria Math" panose="02040503050406030204" pitchFamily="18" charset="0"/>
                                  </a:rPr>
                                  <m:t>(</m:t>
                                </m:r>
                                <m:r>
                                  <a:rPr lang="en-US" sz="1800" b="0" i="1" smtClean="0">
                                    <a:latin typeface="Cambria Math" panose="02040503050406030204" pitchFamily="18" charset="0"/>
                                  </a:rPr>
                                  <m:t>𝜒</m:t>
                                </m:r>
                                <m:r>
                                  <a:rPr lang="en-US" sz="1800" i="1">
                                    <a:latin typeface="Cambria Math" panose="02040503050406030204" pitchFamily="18" charset="0"/>
                                  </a:rPr>
                                  <m:t>)</m:t>
                                </m:r>
                              </m:e>
                              <m:e>
                                <m:r>
                                  <m:rPr>
                                    <m:sty m:val="p"/>
                                  </m:rPr>
                                  <a:rPr lang="en-US" sz="1800">
                                    <a:latin typeface="Cambria Math" panose="02040503050406030204" pitchFamily="18" charset="0"/>
                                  </a:rPr>
                                  <m:t>sin</m:t>
                                </m:r>
                                <m:r>
                                  <a:rPr lang="en-US" sz="1800" i="1">
                                    <a:latin typeface="Cambria Math" panose="02040503050406030204" pitchFamily="18" charset="0"/>
                                  </a:rPr>
                                  <m:t>⁡(</m:t>
                                </m:r>
                                <m:r>
                                  <a:rPr lang="en-US" sz="1800" b="0" i="1" smtClean="0">
                                    <a:latin typeface="Cambria Math" panose="02040503050406030204" pitchFamily="18" charset="0"/>
                                  </a:rPr>
                                  <m:t>𝜒</m:t>
                                </m:r>
                                <m:r>
                                  <a:rPr lang="en-US" sz="1800" i="1">
                                    <a:latin typeface="Cambria Math" panose="02040503050406030204" pitchFamily="18" charset="0"/>
                                  </a:rPr>
                                  <m:t>)</m:t>
                                </m:r>
                              </m:e>
                              <m:e>
                                <m:r>
                                  <a:rPr lang="en-US" sz="1800" i="1">
                                    <a:latin typeface="Cambria Math" panose="02040503050406030204" pitchFamily="18" charset="0"/>
                                  </a:rPr>
                                  <m:t>0</m:t>
                                </m:r>
                              </m:e>
                            </m:mr>
                            <m:mr>
                              <m:e>
                                <m:r>
                                  <a:rPr lang="en-US" sz="1800">
                                    <a:latin typeface="Cambria Math" panose="02040503050406030204" pitchFamily="18" charset="0"/>
                                  </a:rPr>
                                  <m:t>−</m:t>
                                </m:r>
                                <m:r>
                                  <m:rPr>
                                    <m:sty m:val="p"/>
                                  </m:rPr>
                                  <a:rPr lang="en-US" sz="1800">
                                    <a:latin typeface="Cambria Math" panose="02040503050406030204" pitchFamily="18" charset="0"/>
                                  </a:rPr>
                                  <m:t>sin</m:t>
                                </m:r>
                                <m:r>
                                  <a:rPr lang="en-US" sz="1800" i="1">
                                    <a:latin typeface="Cambria Math" panose="02040503050406030204" pitchFamily="18" charset="0"/>
                                  </a:rPr>
                                  <m:t>⁡(</m:t>
                                </m:r>
                                <m:r>
                                  <a:rPr lang="en-US" sz="1800" b="0" i="1" smtClean="0">
                                    <a:latin typeface="Cambria Math" panose="02040503050406030204" pitchFamily="18" charset="0"/>
                                  </a:rPr>
                                  <m:t>𝜒</m:t>
                                </m:r>
                                <m:r>
                                  <a:rPr lang="en-US" sz="1800" i="1">
                                    <a:latin typeface="Cambria Math" panose="02040503050406030204" pitchFamily="18" charset="0"/>
                                  </a:rPr>
                                  <m:t>)</m:t>
                                </m:r>
                              </m:e>
                              <m:e>
                                <m:func>
                                  <m:funcPr>
                                    <m:ctrlPr>
                                      <a:rPr lang="en-US" sz="1800" i="1">
                                        <a:latin typeface="Cambria Math" panose="02040503050406030204" pitchFamily="18" charset="0"/>
                                      </a:rPr>
                                    </m:ctrlPr>
                                  </m:funcPr>
                                  <m:fName>
                                    <m:r>
                                      <m:rPr>
                                        <m:sty m:val="p"/>
                                      </m:rPr>
                                      <a:rPr lang="en-US" sz="1800">
                                        <a:latin typeface="Cambria Math" panose="02040503050406030204" pitchFamily="18" charset="0"/>
                                      </a:rPr>
                                      <m:t>cos</m:t>
                                    </m:r>
                                  </m:fName>
                                  <m:e>
                                    <m:d>
                                      <m:dPr>
                                        <m:ctrlPr>
                                          <a:rPr lang="en-US" sz="1800" i="1">
                                            <a:latin typeface="Cambria Math" panose="02040503050406030204" pitchFamily="18" charset="0"/>
                                          </a:rPr>
                                        </m:ctrlPr>
                                      </m:dPr>
                                      <m:e>
                                        <m:r>
                                          <a:rPr lang="en-US" sz="1800" b="0" i="1" smtClean="0">
                                            <a:latin typeface="Cambria Math" panose="02040503050406030204" pitchFamily="18" charset="0"/>
                                          </a:rPr>
                                          <m:t>𝜒</m:t>
                                        </m:r>
                                      </m:e>
                                    </m:d>
                                  </m:e>
                                </m:func>
                              </m:e>
                              <m:e>
                                <m:r>
                                  <a:rPr lang="en-US" sz="1800" i="1">
                                    <a:latin typeface="Cambria Math" panose="02040503050406030204" pitchFamily="18" charset="0"/>
                                  </a:rPr>
                                  <m:t>0</m:t>
                                </m:r>
                              </m:e>
                            </m:mr>
                            <m:mr>
                              <m:e>
                                <m:r>
                                  <a:rPr lang="en-US" sz="1800" i="1">
                                    <a:latin typeface="Cambria Math" panose="02040503050406030204" pitchFamily="18" charset="0"/>
                                  </a:rPr>
                                  <m:t>0</m:t>
                                </m:r>
                              </m:e>
                              <m:e>
                                <m:r>
                                  <a:rPr lang="en-US" sz="1800" i="1">
                                    <a:latin typeface="Cambria Math" panose="02040503050406030204" pitchFamily="18" charset="0"/>
                                  </a:rPr>
                                  <m:t>0</m:t>
                                </m:r>
                              </m:e>
                              <m:e>
                                <m:r>
                                  <a:rPr lang="en-US" sz="1800" i="1">
                                    <a:latin typeface="Cambria Math" panose="02040503050406030204" pitchFamily="18" charset="0"/>
                                  </a:rPr>
                                  <m:t>1</m:t>
                                </m:r>
                              </m:e>
                            </m:mr>
                          </m:m>
                        </m:e>
                      </m:d>
                    </m:oMath>
                  </m:oMathPara>
                </a14:m>
                <a:endParaRPr lang="en-US" sz="1800" dirty="0"/>
              </a:p>
            </p:txBody>
          </p:sp>
        </mc:Choice>
        <mc:Fallback xmlns="">
          <p:sp>
            <p:nvSpPr>
              <p:cNvPr id="4" name="Content Placeholder 3">
                <a:extLst>
                  <a:ext uri="{FF2B5EF4-FFF2-40B4-BE49-F238E27FC236}">
                    <a16:creationId xmlns:a16="http://schemas.microsoft.com/office/drawing/2014/main" id="{31683683-0B2C-F5EE-321E-1C32D10A96BB}"/>
                  </a:ext>
                </a:extLst>
              </p:cNvPr>
              <p:cNvSpPr txBox="1">
                <a:spLocks noRot="1" noChangeAspect="1" noMove="1" noResize="1" noEditPoints="1" noAdjustHandles="1" noChangeArrowheads="1" noChangeShapeType="1" noTextEdit="1"/>
              </p:cNvSpPr>
              <p:nvPr/>
            </p:nvSpPr>
            <p:spPr>
              <a:xfrm>
                <a:off x="7768682" y="302273"/>
                <a:ext cx="4423318" cy="4323034"/>
              </a:xfrm>
              <a:prstGeom prst="rect">
                <a:avLst/>
              </a:prstGeom>
              <a:blipFill>
                <a:blip r:embed="rId2"/>
                <a:stretch>
                  <a:fillRect t="-1410"/>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B30F87A0-CD7B-3A0F-2CD4-E9E1A8F61C48}"/>
              </a:ext>
            </a:extLst>
          </p:cNvPr>
          <p:cNvSpPr txBox="1"/>
          <p:nvPr/>
        </p:nvSpPr>
        <p:spPr>
          <a:xfrm>
            <a:off x="568960" y="457967"/>
            <a:ext cx="6096000" cy="369332"/>
          </a:xfrm>
          <a:prstGeom prst="rect">
            <a:avLst/>
          </a:prstGeom>
          <a:noFill/>
        </p:spPr>
        <p:txBody>
          <a:bodyPr wrap="square">
            <a:spAutoFit/>
          </a:bodyPr>
          <a:lstStyle/>
          <a:p>
            <a:r>
              <a:rPr lang="en-US" dirty="0"/>
              <a:t>Q = Q1 * Q2 * Q3 = QX * QZ * QY</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D4AD5D2-2988-B445-EF01-38FBEC622906}"/>
                  </a:ext>
                </a:extLst>
              </p:cNvPr>
              <p:cNvSpPr txBox="1"/>
              <p:nvPr/>
            </p:nvSpPr>
            <p:spPr>
              <a:xfrm>
                <a:off x="325120" y="1011965"/>
                <a:ext cx="5873916" cy="8803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𝑋</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𝑍</m:t>
                          </m:r>
                        </m:sub>
                      </m:sSub>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e>
                                <m:r>
                                  <a:rPr lang="en-US" i="1">
                                    <a:latin typeface="Cambria Math" panose="02040503050406030204" pitchFamily="18" charset="0"/>
                                  </a:rPr>
                                  <m:t>0</m:t>
                                </m:r>
                              </m:e>
                              <m:e>
                                <m:r>
                                  <a:rPr lang="en-US" i="1">
                                    <a:latin typeface="Cambria Math" panose="02040503050406030204" pitchFamily="18" charset="0"/>
                                  </a:rPr>
                                  <m:t>0</m:t>
                                </m:r>
                              </m:e>
                            </m:mr>
                            <m:mr>
                              <m:e>
                                <m:r>
                                  <a:rPr lang="en-US" i="1">
                                    <a:latin typeface="Cambria Math" panose="02040503050406030204" pitchFamily="18" charset="0"/>
                                  </a:rPr>
                                  <m:t>0</m:t>
                                </m:r>
                              </m:e>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d>
                                      <m:dPr>
                                        <m:ctrlPr>
                                          <a:rPr lang="en-US" i="1" smtClean="0">
                                            <a:latin typeface="Cambria Math" panose="02040503050406030204" pitchFamily="18" charset="0"/>
                                          </a:rPr>
                                        </m:ctrlPr>
                                      </m:dPr>
                                      <m:e>
                                        <m:r>
                                          <a:rPr lang="en-US" b="0" i="1" smtClean="0">
                                            <a:latin typeface="Cambria Math" panose="02040503050406030204" pitchFamily="18" charset="0"/>
                                          </a:rPr>
                                          <m:t>𝜔</m:t>
                                        </m:r>
                                      </m:e>
                                    </m:d>
                                  </m:e>
                                </m:func>
                              </m:e>
                              <m:e>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d>
                                      <m:dPr>
                                        <m:ctrlPr>
                                          <a:rPr lang="en-US" i="1">
                                            <a:latin typeface="Cambria Math" panose="02040503050406030204" pitchFamily="18" charset="0"/>
                                          </a:rPr>
                                        </m:ctrlPr>
                                      </m:dPr>
                                      <m:e>
                                        <m:r>
                                          <a:rPr lang="en-US" b="0" i="1" smtClean="0">
                                            <a:latin typeface="Cambria Math" panose="02040503050406030204" pitchFamily="18" charset="0"/>
                                          </a:rPr>
                                          <m:t>𝜔</m:t>
                                        </m:r>
                                      </m:e>
                                    </m:d>
                                  </m:e>
                                </m:func>
                              </m:e>
                            </m:mr>
                            <m:mr>
                              <m:e>
                                <m:r>
                                  <a:rPr lang="en-US" i="1">
                                    <a:latin typeface="Cambria Math" panose="02040503050406030204" pitchFamily="18" charset="0"/>
                                  </a:rPr>
                                  <m:t>0</m:t>
                                </m:r>
                              </m:e>
                              <m:e>
                                <m:r>
                                  <a:rPr lang="en-US">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d>
                                      <m:dPr>
                                        <m:ctrlPr>
                                          <a:rPr lang="en-US" i="1">
                                            <a:latin typeface="Cambria Math" panose="02040503050406030204" pitchFamily="18" charset="0"/>
                                          </a:rPr>
                                        </m:ctrlPr>
                                      </m:dPr>
                                      <m:e>
                                        <m:r>
                                          <a:rPr lang="en-US" b="0" i="1" smtClean="0">
                                            <a:latin typeface="Cambria Math" panose="02040503050406030204" pitchFamily="18" charset="0"/>
                                          </a:rPr>
                                          <m:t>𝜔</m:t>
                                        </m:r>
                                      </m:e>
                                    </m:d>
                                  </m:e>
                                </m:func>
                              </m:e>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d>
                                      <m:dPr>
                                        <m:ctrlPr>
                                          <a:rPr lang="en-US" i="1">
                                            <a:latin typeface="Cambria Math" panose="02040503050406030204" pitchFamily="18" charset="0"/>
                                          </a:rPr>
                                        </m:ctrlPr>
                                      </m:dPr>
                                      <m:e>
                                        <m:r>
                                          <a:rPr lang="en-US" b="0" i="1" smtClean="0">
                                            <a:latin typeface="Cambria Math" panose="02040503050406030204" pitchFamily="18" charset="0"/>
                                          </a:rPr>
                                          <m:t>𝜔</m:t>
                                        </m:r>
                                      </m:e>
                                    </m:d>
                                  </m:e>
                                </m:func>
                              </m:e>
                            </m:mr>
                          </m:m>
                        </m:e>
                      </m:d>
                      <m:r>
                        <a:rPr lang="en-US" b="0" i="0"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sty m:val="p"/>
                                    <m:brk m:alnAt="7"/>
                                  </m:rPr>
                                  <a:rPr lang="en-US">
                                    <a:latin typeface="Cambria Math" panose="02040503050406030204" pitchFamily="18" charset="0"/>
                                  </a:rPr>
                                  <m:t>c</m:t>
                                </m:r>
                                <m:r>
                                  <m:rPr>
                                    <m:sty m:val="p"/>
                                  </m:rPr>
                                  <a:rPr lang="en-US">
                                    <a:latin typeface="Cambria Math" panose="02040503050406030204" pitchFamily="18" charset="0"/>
                                  </a:rPr>
                                  <m:t>os</m:t>
                                </m:r>
                                <m:r>
                                  <m:rPr>
                                    <m:brk m:alnAt="7"/>
                                  </m:rPr>
                                  <a:rPr lang="en-US" i="1">
                                    <a:latin typeface="Cambria Math" panose="02040503050406030204" pitchFamily="18" charset="0"/>
                                  </a:rPr>
                                  <m:t>⁡</m:t>
                                </m:r>
                                <m:r>
                                  <a:rPr lang="en-US" i="1">
                                    <a:latin typeface="Cambria Math" panose="02040503050406030204" pitchFamily="18" charset="0"/>
                                  </a:rPr>
                                  <m:t>(</m:t>
                                </m:r>
                                <m:r>
                                  <a:rPr lang="en-US" b="0" i="1" smtClean="0">
                                    <a:latin typeface="Cambria Math" panose="02040503050406030204" pitchFamily="18" charset="0"/>
                                  </a:rPr>
                                  <m:t>𝜒</m:t>
                                </m:r>
                                <m:r>
                                  <a:rPr lang="en-US" i="1">
                                    <a:latin typeface="Cambria Math" panose="02040503050406030204" pitchFamily="18" charset="0"/>
                                  </a:rPr>
                                  <m:t>)</m:t>
                                </m:r>
                              </m:e>
                              <m:e>
                                <m:r>
                                  <m:rPr>
                                    <m:sty m:val="p"/>
                                  </m:rPr>
                                  <a:rPr lang="en-US">
                                    <a:latin typeface="Cambria Math" panose="02040503050406030204" pitchFamily="18" charset="0"/>
                                  </a:rPr>
                                  <m:t>sin</m:t>
                                </m:r>
                                <m:r>
                                  <a:rPr lang="en-US" i="1">
                                    <a:latin typeface="Cambria Math" panose="02040503050406030204" pitchFamily="18" charset="0"/>
                                  </a:rPr>
                                  <m:t>⁡(</m:t>
                                </m:r>
                                <m:r>
                                  <a:rPr lang="en-US" b="0" i="1" smtClean="0">
                                    <a:latin typeface="Cambria Math" panose="02040503050406030204" pitchFamily="18" charset="0"/>
                                  </a:rPr>
                                  <m:t>𝜒</m:t>
                                </m:r>
                                <m:r>
                                  <a:rPr lang="en-US" i="1">
                                    <a:latin typeface="Cambria Math" panose="02040503050406030204" pitchFamily="18" charset="0"/>
                                  </a:rPr>
                                  <m:t>)</m:t>
                                </m:r>
                              </m:e>
                              <m:e>
                                <m:r>
                                  <a:rPr lang="en-US" i="1">
                                    <a:latin typeface="Cambria Math" panose="02040503050406030204" pitchFamily="18" charset="0"/>
                                  </a:rPr>
                                  <m:t>0</m:t>
                                </m:r>
                              </m:e>
                            </m:mr>
                            <m:mr>
                              <m:e>
                                <m:r>
                                  <a:rPr lang="en-US">
                                    <a:latin typeface="Cambria Math" panose="02040503050406030204" pitchFamily="18" charset="0"/>
                                  </a:rPr>
                                  <m:t>−</m:t>
                                </m:r>
                                <m:r>
                                  <m:rPr>
                                    <m:sty m:val="p"/>
                                  </m:rPr>
                                  <a:rPr lang="en-US">
                                    <a:latin typeface="Cambria Math" panose="02040503050406030204" pitchFamily="18" charset="0"/>
                                  </a:rPr>
                                  <m:t>sin</m:t>
                                </m:r>
                                <m:r>
                                  <a:rPr lang="en-US" i="1">
                                    <a:latin typeface="Cambria Math" panose="02040503050406030204" pitchFamily="18" charset="0"/>
                                  </a:rPr>
                                  <m:t>⁡(</m:t>
                                </m:r>
                                <m:r>
                                  <a:rPr lang="en-US" b="0" i="1" smtClean="0">
                                    <a:latin typeface="Cambria Math" panose="02040503050406030204" pitchFamily="18" charset="0"/>
                                  </a:rPr>
                                  <m:t>𝜒</m:t>
                                </m:r>
                                <m:r>
                                  <a:rPr lang="en-US" i="1">
                                    <a:latin typeface="Cambria Math" panose="02040503050406030204" pitchFamily="18" charset="0"/>
                                  </a:rPr>
                                  <m:t>)</m:t>
                                </m:r>
                              </m:e>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d>
                                      <m:dPr>
                                        <m:ctrlPr>
                                          <a:rPr lang="en-US" i="1">
                                            <a:latin typeface="Cambria Math" panose="02040503050406030204" pitchFamily="18" charset="0"/>
                                          </a:rPr>
                                        </m:ctrlPr>
                                      </m:dPr>
                                      <m:e>
                                        <m:r>
                                          <a:rPr lang="en-US" b="0" i="1" smtClean="0">
                                            <a:latin typeface="Cambria Math" panose="02040503050406030204" pitchFamily="18" charset="0"/>
                                          </a:rPr>
                                          <m:t>𝜒</m:t>
                                        </m:r>
                                      </m:e>
                                    </m:d>
                                  </m:e>
                                </m:func>
                              </m:e>
                              <m:e>
                                <m:r>
                                  <a:rPr lang="en-US" i="1">
                                    <a:latin typeface="Cambria Math" panose="02040503050406030204" pitchFamily="18" charset="0"/>
                                  </a:rPr>
                                  <m:t>0</m:t>
                                </m:r>
                              </m:e>
                            </m:mr>
                            <m:mr>
                              <m:e>
                                <m:r>
                                  <a:rPr lang="en-US" i="1">
                                    <a:latin typeface="Cambria Math" panose="02040503050406030204" pitchFamily="18" charset="0"/>
                                  </a:rPr>
                                  <m:t>0</m:t>
                                </m:r>
                              </m:e>
                              <m:e>
                                <m:r>
                                  <a:rPr lang="en-US" i="1">
                                    <a:latin typeface="Cambria Math" panose="02040503050406030204" pitchFamily="18" charset="0"/>
                                  </a:rPr>
                                  <m:t>0</m:t>
                                </m:r>
                              </m:e>
                              <m:e>
                                <m:r>
                                  <a:rPr lang="en-US" i="1">
                                    <a:latin typeface="Cambria Math" panose="02040503050406030204" pitchFamily="18" charset="0"/>
                                  </a:rPr>
                                  <m:t>1</m:t>
                                </m:r>
                              </m:e>
                            </m:mr>
                          </m:m>
                        </m:e>
                      </m:d>
                    </m:oMath>
                  </m:oMathPara>
                </a14:m>
                <a:endParaRPr lang="en-US" dirty="0"/>
              </a:p>
            </p:txBody>
          </p:sp>
        </mc:Choice>
        <mc:Fallback xmlns="">
          <p:sp>
            <p:nvSpPr>
              <p:cNvPr id="7" name="TextBox 6">
                <a:extLst>
                  <a:ext uri="{FF2B5EF4-FFF2-40B4-BE49-F238E27FC236}">
                    <a16:creationId xmlns:a16="http://schemas.microsoft.com/office/drawing/2014/main" id="{CD4AD5D2-2988-B445-EF01-38FBEC622906}"/>
                  </a:ext>
                </a:extLst>
              </p:cNvPr>
              <p:cNvSpPr txBox="1">
                <a:spLocks noRot="1" noChangeAspect="1" noMove="1" noResize="1" noEditPoints="1" noAdjustHandles="1" noChangeArrowheads="1" noChangeShapeType="1" noTextEdit="1"/>
              </p:cNvSpPr>
              <p:nvPr/>
            </p:nvSpPr>
            <p:spPr>
              <a:xfrm>
                <a:off x="325120" y="1011965"/>
                <a:ext cx="5873916" cy="88036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9BE9D21-7A89-3BED-6B4D-728AB2FA9054}"/>
                  </a:ext>
                </a:extLst>
              </p:cNvPr>
              <p:cNvSpPr txBox="1"/>
              <p:nvPr/>
            </p:nvSpPr>
            <p:spPr>
              <a:xfrm>
                <a:off x="338933" y="2077000"/>
                <a:ext cx="6198172" cy="8803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𝑋𝑍</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𝑋</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𝑍</m:t>
                          </m:r>
                        </m:sub>
                      </m:sSub>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sty m:val="p"/>
                                    <m:brk m:alnAt="7"/>
                                  </m:rPr>
                                  <a:rPr lang="en-US" b="0" i="0" smtClean="0">
                                    <a:latin typeface="Cambria Math" panose="02040503050406030204" pitchFamily="18" charset="0"/>
                                  </a:rPr>
                                  <m:t>c</m:t>
                                </m:r>
                                <m:r>
                                  <m:rPr>
                                    <m:sty m:val="p"/>
                                  </m:rPr>
                                  <a:rPr lang="en-US" b="0" i="0" smtClean="0">
                                    <a:latin typeface="Cambria Math" panose="02040503050406030204" pitchFamily="18" charset="0"/>
                                  </a:rPr>
                                  <m:t>os</m:t>
                                </m:r>
                                <m:r>
                                  <m:rPr>
                                    <m:brk m:alnAt="7"/>
                                  </m:rPr>
                                  <a:rPr lang="en-US" b="0" i="1" smtClean="0">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𝜒</m:t>
                                </m:r>
                                <m:r>
                                  <a:rPr lang="en-US" b="0" i="1" smtClean="0">
                                    <a:latin typeface="Cambria Math" panose="02040503050406030204" pitchFamily="18" charset="0"/>
                                  </a:rPr>
                                  <m:t>)</m:t>
                                </m:r>
                              </m:e>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e>
                              <m:e>
                                <m:r>
                                  <a:rPr lang="en-US" i="1">
                                    <a:latin typeface="Cambria Math" panose="02040503050406030204" pitchFamily="18" charset="0"/>
                                  </a:rPr>
                                  <m:t>0</m:t>
                                </m:r>
                              </m:e>
                            </m:mr>
                            <m:mr>
                              <m:e>
                                <m:func>
                                  <m:funcPr>
                                    <m:ctrlPr>
                                      <a:rPr lang="en-US" b="0" i="1" smtClean="0">
                                        <a:latin typeface="Cambria Math" panose="02040503050406030204" pitchFamily="18" charset="0"/>
                                      </a:rPr>
                                    </m:ctrlPr>
                                  </m:funcPr>
                                  <m:fName>
                                    <m:r>
                                      <a:rPr lang="en-US" b="0" i="0" smtClean="0">
                                        <a:latin typeface="Cambria Math" panose="02040503050406030204" pitchFamily="18" charset="0"/>
                                      </a:rPr>
                                      <m:t>−</m:t>
                                    </m:r>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e>
                                </m:func>
                                <m:r>
                                  <m:rPr>
                                    <m:sty m:val="p"/>
                                  </m:rPr>
                                  <a:rPr lang="en-US" b="0" i="0" smtClean="0">
                                    <a:latin typeface="Cambria Math" panose="02040503050406030204" pitchFamily="18" charset="0"/>
                                  </a:rPr>
                                  <m:t>sin</m:t>
                                </m:r>
                                <m:r>
                                  <a:rPr lang="en-US" b="0" i="1" smtClean="0">
                                    <a:latin typeface="Cambria Math" panose="02040503050406030204" pitchFamily="18" charset="0"/>
                                  </a:rPr>
                                  <m:t>(</m:t>
                                </m:r>
                                <m:r>
                                  <a:rPr lang="en-US" b="0" i="1" smtClean="0">
                                    <a:latin typeface="Cambria Math" panose="02040503050406030204" pitchFamily="18" charset="0"/>
                                  </a:rPr>
                                  <m:t>𝜒</m:t>
                                </m:r>
                                <m:r>
                                  <a:rPr lang="en-US" b="0" i="1" smtClean="0">
                                    <a:latin typeface="Cambria Math" panose="02040503050406030204" pitchFamily="18" charset="0"/>
                                  </a:rPr>
                                  <m:t>)</m:t>
                                </m:r>
                              </m:e>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d>
                                      <m:dPr>
                                        <m:ctrlPr>
                                          <a:rPr lang="en-US" i="1" smtClean="0">
                                            <a:latin typeface="Cambria Math" panose="02040503050406030204" pitchFamily="18" charset="0"/>
                                          </a:rPr>
                                        </m:ctrlPr>
                                      </m:dPr>
                                      <m:e>
                                        <m:r>
                                          <a:rPr lang="en-US" b="0" i="1" smtClean="0">
                                            <a:latin typeface="Cambria Math" panose="02040503050406030204" pitchFamily="18" charset="0"/>
                                          </a:rPr>
                                          <m:t>𝜔</m:t>
                                        </m:r>
                                      </m:e>
                                    </m:d>
                                  </m:e>
                                </m:func>
                                <m:r>
                                  <m:rPr>
                                    <m:sty m:val="p"/>
                                  </m:rPr>
                                  <a:rPr lang="en-US" b="0" i="0" smtClean="0">
                                    <a:latin typeface="Cambria Math" panose="02040503050406030204" pitchFamily="18" charset="0"/>
                                  </a:rPr>
                                  <m:t>cos</m:t>
                                </m:r>
                                <m:r>
                                  <a:rPr lang="en-US" b="0" i="1" smtClean="0">
                                    <a:latin typeface="Cambria Math" panose="02040503050406030204" pitchFamily="18" charset="0"/>
                                  </a:rPr>
                                  <m:t>⁡(</m:t>
                                </m:r>
                                <m:r>
                                  <a:rPr lang="en-US" b="0" i="1" smtClean="0">
                                    <a:latin typeface="Cambria Math" panose="02040503050406030204" pitchFamily="18" charset="0"/>
                                  </a:rPr>
                                  <m:t>𝜒</m:t>
                                </m:r>
                                <m:r>
                                  <a:rPr lang="en-US" b="0" i="1" smtClean="0">
                                    <a:latin typeface="Cambria Math" panose="02040503050406030204" pitchFamily="18" charset="0"/>
                                  </a:rPr>
                                  <m:t>)</m:t>
                                </m:r>
                              </m:e>
                              <m:e>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d>
                                      <m:dPr>
                                        <m:ctrlPr>
                                          <a:rPr lang="en-US" i="1">
                                            <a:latin typeface="Cambria Math" panose="02040503050406030204" pitchFamily="18" charset="0"/>
                                          </a:rPr>
                                        </m:ctrlPr>
                                      </m:dPr>
                                      <m:e>
                                        <m:r>
                                          <a:rPr lang="en-US" b="0" i="1" smtClean="0">
                                            <a:latin typeface="Cambria Math" panose="02040503050406030204" pitchFamily="18" charset="0"/>
                                          </a:rPr>
                                          <m:t>𝜔</m:t>
                                        </m:r>
                                      </m:e>
                                    </m:d>
                                  </m:e>
                                </m:func>
                              </m:e>
                            </m:mr>
                            <m:m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e>
                                </m:func>
                                <m:r>
                                  <m:rPr>
                                    <m:sty m:val="p"/>
                                  </m:rPr>
                                  <a:rPr lang="en-US" b="0" i="0" smtClean="0">
                                    <a:latin typeface="Cambria Math" panose="02040503050406030204" pitchFamily="18" charset="0"/>
                                  </a:rPr>
                                  <m:t>sin</m:t>
                                </m:r>
                                <m:r>
                                  <a:rPr lang="en-US" b="0" i="1" smtClean="0">
                                    <a:latin typeface="Cambria Math" panose="02040503050406030204" pitchFamily="18" charset="0"/>
                                  </a:rPr>
                                  <m:t>⁡(</m:t>
                                </m:r>
                                <m:r>
                                  <a:rPr lang="en-US" b="0" i="1" smtClean="0">
                                    <a:latin typeface="Cambria Math" panose="02040503050406030204" pitchFamily="18" charset="0"/>
                                  </a:rPr>
                                  <m:t>𝜒</m:t>
                                </m:r>
                                <m:r>
                                  <a:rPr lang="en-US" b="0" i="1" smtClean="0">
                                    <a:latin typeface="Cambria Math" panose="02040503050406030204" pitchFamily="18" charset="0"/>
                                  </a:rPr>
                                  <m:t>)</m:t>
                                </m:r>
                              </m:e>
                              <m:e>
                                <m:r>
                                  <a:rPr lang="en-US">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d>
                                      <m:dPr>
                                        <m:ctrlPr>
                                          <a:rPr lang="en-US" i="1">
                                            <a:latin typeface="Cambria Math" panose="02040503050406030204" pitchFamily="18" charset="0"/>
                                          </a:rPr>
                                        </m:ctrlPr>
                                      </m:dPr>
                                      <m:e>
                                        <m:r>
                                          <a:rPr lang="en-US" b="0" i="1" smtClean="0">
                                            <a:latin typeface="Cambria Math" panose="02040503050406030204" pitchFamily="18" charset="0"/>
                                          </a:rPr>
                                          <m:t>𝜔</m:t>
                                        </m:r>
                                      </m:e>
                                    </m:d>
                                  </m:e>
                                </m:func>
                                <m:r>
                                  <m:rPr>
                                    <m:sty m:val="p"/>
                                  </m:rPr>
                                  <a:rPr lang="en-US" b="0" i="0" smtClean="0">
                                    <a:latin typeface="Cambria Math" panose="02040503050406030204" pitchFamily="18" charset="0"/>
                                  </a:rPr>
                                  <m:t>cos</m:t>
                                </m:r>
                                <m:r>
                                  <a:rPr lang="en-US" b="0" i="1" smtClean="0">
                                    <a:latin typeface="Cambria Math" panose="02040503050406030204" pitchFamily="18" charset="0"/>
                                  </a:rPr>
                                  <m:t>⁡(</m:t>
                                </m:r>
                                <m:r>
                                  <a:rPr lang="en-US" b="0" i="1" smtClean="0">
                                    <a:latin typeface="Cambria Math" panose="02040503050406030204" pitchFamily="18" charset="0"/>
                                  </a:rPr>
                                  <m:t>𝜒</m:t>
                                </m:r>
                                <m:r>
                                  <a:rPr lang="en-US" b="0" i="1" smtClean="0">
                                    <a:latin typeface="Cambria Math" panose="02040503050406030204" pitchFamily="18" charset="0"/>
                                  </a:rPr>
                                  <m:t>)</m:t>
                                </m:r>
                              </m:e>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d>
                                      <m:dPr>
                                        <m:ctrlPr>
                                          <a:rPr lang="en-US" i="1">
                                            <a:latin typeface="Cambria Math" panose="02040503050406030204" pitchFamily="18" charset="0"/>
                                          </a:rPr>
                                        </m:ctrlPr>
                                      </m:dPr>
                                      <m:e>
                                        <m:r>
                                          <a:rPr lang="en-US" b="0" i="1" smtClean="0">
                                            <a:latin typeface="Cambria Math" panose="02040503050406030204" pitchFamily="18" charset="0"/>
                                          </a:rPr>
                                          <m:t>𝜔</m:t>
                                        </m:r>
                                      </m:e>
                                    </m:d>
                                  </m:e>
                                </m:func>
                              </m:e>
                            </m:mr>
                          </m:m>
                        </m:e>
                      </m:d>
                    </m:oMath>
                  </m:oMathPara>
                </a14:m>
                <a:endParaRPr lang="en-US" dirty="0"/>
              </a:p>
            </p:txBody>
          </p:sp>
        </mc:Choice>
        <mc:Fallback xmlns="">
          <p:sp>
            <p:nvSpPr>
              <p:cNvPr id="8" name="TextBox 7">
                <a:extLst>
                  <a:ext uri="{FF2B5EF4-FFF2-40B4-BE49-F238E27FC236}">
                    <a16:creationId xmlns:a16="http://schemas.microsoft.com/office/drawing/2014/main" id="{39BE9D21-7A89-3BED-6B4D-728AB2FA9054}"/>
                  </a:ext>
                </a:extLst>
              </p:cNvPr>
              <p:cNvSpPr txBox="1">
                <a:spLocks noRot="1" noChangeAspect="1" noMove="1" noResize="1" noEditPoints="1" noAdjustHandles="1" noChangeArrowheads="1" noChangeShapeType="1" noTextEdit="1"/>
              </p:cNvSpPr>
              <p:nvPr/>
            </p:nvSpPr>
            <p:spPr>
              <a:xfrm>
                <a:off x="338933" y="2077000"/>
                <a:ext cx="6198172" cy="88036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B754D7F-30F1-64F2-EB73-1948B1875EFF}"/>
                  </a:ext>
                </a:extLst>
              </p:cNvPr>
              <p:cNvSpPr txBox="1"/>
              <p:nvPr/>
            </p:nvSpPr>
            <p:spPr>
              <a:xfrm>
                <a:off x="338933" y="4329127"/>
                <a:ext cx="8846011" cy="880369"/>
              </a:xfrm>
              <a:prstGeom prst="rect">
                <a:avLst/>
              </a:prstGeom>
              <a:noFill/>
            </p:spPr>
            <p:txBody>
              <a:bodyPr wrap="none" lIns="0" tIns="0" rIns="0" bIns="0"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𝑋𝑍𝑌</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𝑋𝑍</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𝑌</m:t>
                        </m:r>
                      </m:sub>
                    </m:sSub>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func>
                                <m:funcPr>
                                  <m:ctrlPr>
                                    <a:rPr lang="en-US" b="0" i="1" smtClean="0">
                                      <a:latin typeface="Cambria Math" panose="02040503050406030204" pitchFamily="18" charset="0"/>
                                    </a:rPr>
                                  </m:ctrlPr>
                                </m:funcPr>
                                <m:fName>
                                  <m:r>
                                    <m:rPr>
                                      <m:sty m:val="p"/>
                                      <m:brk m:alnAt="7"/>
                                    </m:rPr>
                                    <a:rPr lang="en-US" b="0" i="0" smtClean="0">
                                      <a:latin typeface="Cambria Math" panose="02040503050406030204" pitchFamily="18" charset="0"/>
                                    </a:rPr>
                                    <m:t>c</m:t>
                                  </m:r>
                                  <m:r>
                                    <m:rPr>
                                      <m:sty m:val="p"/>
                                    </m:rPr>
                                    <a:rPr lang="en-US" b="0" i="0" smtClean="0">
                                      <a:latin typeface="Cambria Math" panose="02040503050406030204" pitchFamily="18" charset="0"/>
                                    </a:rPr>
                                    <m:t>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e>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e>
                            <m:e>
                              <m:r>
                                <a:rPr lang="en-US" i="1">
                                  <a:latin typeface="Cambria Math" panose="02040503050406030204" pitchFamily="18" charset="0"/>
                                </a:rPr>
                                <m:t>0</m:t>
                              </m:r>
                            </m:e>
                          </m:mr>
                          <m:mr>
                            <m:e>
                              <m:func>
                                <m:funcPr>
                                  <m:ctrlPr>
                                    <a:rPr lang="en-US" b="0" i="1" smtClean="0">
                                      <a:latin typeface="Cambria Math" panose="02040503050406030204" pitchFamily="18" charset="0"/>
                                    </a:rPr>
                                  </m:ctrlPr>
                                </m:funcPr>
                                <m:fName>
                                  <m:r>
                                    <a:rPr lang="en-US" b="0" i="0" smtClean="0">
                                      <a:latin typeface="Cambria Math" panose="02040503050406030204" pitchFamily="18" charset="0"/>
                                    </a:rPr>
                                    <m:t>−</m:t>
                                  </m:r>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e>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d>
                                    <m:dPr>
                                      <m:ctrlPr>
                                        <a:rPr lang="en-US" i="1" smtClean="0">
                                          <a:latin typeface="Cambria Math" panose="02040503050406030204" pitchFamily="18" charset="0"/>
                                        </a:rPr>
                                      </m:ctrlPr>
                                    </m:dPr>
                                    <m:e>
                                      <m:r>
                                        <a:rPr lang="en-US" b="0" i="1" smtClean="0">
                                          <a:latin typeface="Cambria Math" panose="02040503050406030204" pitchFamily="18" charset="0"/>
                                        </a:rPr>
                                        <m:t>𝜔</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e>
                            <m:e>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d>
                                    <m:dPr>
                                      <m:ctrlPr>
                                        <a:rPr lang="en-US" i="1">
                                          <a:latin typeface="Cambria Math" panose="02040503050406030204" pitchFamily="18" charset="0"/>
                                        </a:rPr>
                                      </m:ctrlPr>
                                    </m:dPr>
                                    <m:e>
                                      <m:r>
                                        <a:rPr lang="en-US" b="0" i="1" smtClean="0">
                                          <a:latin typeface="Cambria Math" panose="02040503050406030204" pitchFamily="18" charset="0"/>
                                        </a:rPr>
                                        <m:t>𝜔</m:t>
                                      </m:r>
                                    </m:e>
                                  </m:d>
                                </m:e>
                              </m:func>
                            </m:e>
                          </m:mr>
                          <m:m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e>
                            <m:e>
                              <m:r>
                                <a:rPr lang="en-US">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d>
                                    <m:dPr>
                                      <m:ctrlPr>
                                        <a:rPr lang="en-US" i="1">
                                          <a:latin typeface="Cambria Math" panose="02040503050406030204" pitchFamily="18" charset="0"/>
                                        </a:rPr>
                                      </m:ctrlPr>
                                    </m:dPr>
                                    <m:e>
                                      <m:r>
                                        <a:rPr lang="en-US" b="0" i="1" smtClean="0">
                                          <a:latin typeface="Cambria Math" panose="02040503050406030204" pitchFamily="18" charset="0"/>
                                        </a:rPr>
                                        <m:t>𝜔</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e>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d>
                                    <m:dPr>
                                      <m:ctrlPr>
                                        <a:rPr lang="en-US" i="1">
                                          <a:latin typeface="Cambria Math" panose="02040503050406030204" pitchFamily="18" charset="0"/>
                                        </a:rPr>
                                      </m:ctrlPr>
                                    </m:dPr>
                                    <m:e>
                                      <m:r>
                                        <a:rPr lang="en-US" b="0" i="1" smtClean="0">
                                          <a:latin typeface="Cambria Math" panose="02040503050406030204" pitchFamily="18" charset="0"/>
                                        </a:rPr>
                                        <m:t>𝜔</m:t>
                                      </m:r>
                                    </m:e>
                                  </m:d>
                                </m:e>
                              </m:func>
                            </m:e>
                          </m:mr>
                        </m:m>
                      </m:e>
                    </m:d>
                    <m:r>
                      <a:rPr lang="en-US" b="0" i="1" smtClean="0">
                        <a:latin typeface="Cambria Math" panose="02040503050406030204" pitchFamily="18" charset="0"/>
                      </a:rPr>
                      <m:t>∗</m:t>
                    </m:r>
                  </m:oMath>
                </a14:m>
                <a:r>
                  <a:rPr lang="en-US" dirty="0"/>
                  <a:t> </a:t>
                </a:r>
                <a14:m>
                  <m:oMath xmlns:m="http://schemas.openxmlformats.org/officeDocument/2006/math">
                    <m:d>
                      <m:dPr>
                        <m:begChr m:val="["/>
                        <m:endChr m:val="]"/>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r>
                                <m:rPr>
                                  <m:sty m:val="p"/>
                                  <m:brk m:alnAt="7"/>
                                </m:rPr>
                                <a:rPr lang="en-US">
                                  <a:latin typeface="Cambria Math" panose="02040503050406030204" pitchFamily="18" charset="0"/>
                                </a:rPr>
                                <m:t>c</m:t>
                              </m:r>
                              <m:r>
                                <m:rPr>
                                  <m:sty m:val="p"/>
                                </m:rPr>
                                <a:rPr lang="en-US">
                                  <a:latin typeface="Cambria Math" panose="02040503050406030204" pitchFamily="18" charset="0"/>
                                </a:rPr>
                                <m:t>os</m:t>
                              </m:r>
                              <m:r>
                                <m:rPr>
                                  <m:brk m:alnAt="7"/>
                                </m:rPr>
                                <a:rPr lang="en-US" i="1">
                                  <a:latin typeface="Cambria Math" panose="02040503050406030204" pitchFamily="18" charset="0"/>
                                </a:rPr>
                                <m:t>⁡</m:t>
                              </m:r>
                              <m:r>
                                <a:rPr lang="en-US" i="1">
                                  <a:latin typeface="Cambria Math" panose="02040503050406030204" pitchFamily="18" charset="0"/>
                                </a:rPr>
                                <m:t>(</m:t>
                              </m:r>
                              <m:r>
                                <a:rPr lang="en-US" i="1">
                                  <a:latin typeface="Cambria Math" panose="02040503050406030204" pitchFamily="18" charset="0"/>
                                </a:rPr>
                                <m:t>𝜙</m:t>
                              </m:r>
                              <m:r>
                                <a:rPr lang="en-US" i="1">
                                  <a:latin typeface="Cambria Math" panose="02040503050406030204" pitchFamily="18" charset="0"/>
                                </a:rPr>
                                <m:t>)</m:t>
                              </m:r>
                            </m:e>
                            <m:e>
                              <m:r>
                                <a:rPr lang="en-US" i="1">
                                  <a:latin typeface="Cambria Math" panose="02040503050406030204" pitchFamily="18" charset="0"/>
                                </a:rPr>
                                <m:t>0</m:t>
                              </m:r>
                            </m:e>
                            <m:e>
                              <m:r>
                                <a:rPr lang="en-US">
                                  <a:latin typeface="Cambria Math" panose="02040503050406030204" pitchFamily="18" charset="0"/>
                                </a:rPr>
                                <m:t>−</m:t>
                              </m:r>
                              <m:r>
                                <m:rPr>
                                  <m:sty m:val="p"/>
                                </m:rPr>
                                <a:rPr lang="en-US">
                                  <a:latin typeface="Cambria Math" panose="02040503050406030204" pitchFamily="18" charset="0"/>
                                </a:rPr>
                                <m:t>sin</m:t>
                              </m:r>
                              <m:r>
                                <a:rPr lang="en-US" i="1">
                                  <a:latin typeface="Cambria Math" panose="02040503050406030204" pitchFamily="18" charset="0"/>
                                </a:rPr>
                                <m:t>⁡(</m:t>
                              </m:r>
                              <m:r>
                                <a:rPr lang="en-US" i="1">
                                  <a:latin typeface="Cambria Math" panose="02040503050406030204" pitchFamily="18" charset="0"/>
                                </a:rPr>
                                <m:t>𝜙</m:t>
                              </m:r>
                              <m:r>
                                <a:rPr lang="en-US" i="1">
                                  <a:latin typeface="Cambria Math" panose="02040503050406030204" pitchFamily="18" charset="0"/>
                                </a:rPr>
                                <m:t>)</m:t>
                              </m:r>
                            </m:e>
                          </m:mr>
                          <m:mr>
                            <m:e>
                              <m:r>
                                <a:rPr lang="en-US" i="1">
                                  <a:latin typeface="Cambria Math" panose="02040503050406030204" pitchFamily="18" charset="0"/>
                                </a:rPr>
                                <m:t>0</m:t>
                              </m:r>
                            </m:e>
                            <m:e>
                              <m:r>
                                <a:rPr lang="en-US" i="1">
                                  <a:latin typeface="Cambria Math" panose="02040503050406030204" pitchFamily="18" charset="0"/>
                                </a:rPr>
                                <m:t>1</m:t>
                              </m:r>
                            </m:e>
                            <m:e>
                              <m:r>
                                <a:rPr lang="en-US" i="1">
                                  <a:latin typeface="Cambria Math" panose="02040503050406030204" pitchFamily="18" charset="0"/>
                                </a:rPr>
                                <m:t>0</m:t>
                              </m:r>
                            </m:e>
                          </m:mr>
                          <m:mr>
                            <m:e>
                              <m:r>
                                <m:rPr>
                                  <m:sty m:val="p"/>
                                </m:rPr>
                                <a:rPr lang="en-US">
                                  <a:latin typeface="Cambria Math" panose="02040503050406030204" pitchFamily="18" charset="0"/>
                                </a:rPr>
                                <m:t>sin</m:t>
                              </m:r>
                              <m:r>
                                <a:rPr lang="en-US" i="1">
                                  <a:latin typeface="Cambria Math" panose="02040503050406030204" pitchFamily="18" charset="0"/>
                                </a:rPr>
                                <m:t>⁡(</m:t>
                              </m:r>
                              <m:r>
                                <a:rPr lang="en-US" i="1">
                                  <a:latin typeface="Cambria Math" panose="02040503050406030204" pitchFamily="18" charset="0"/>
                                </a:rPr>
                                <m:t>𝜙</m:t>
                              </m:r>
                              <m:r>
                                <a:rPr lang="en-US" i="1">
                                  <a:latin typeface="Cambria Math" panose="02040503050406030204" pitchFamily="18" charset="0"/>
                                </a:rPr>
                                <m:t>)</m:t>
                              </m:r>
                            </m:e>
                            <m:e>
                              <m:r>
                                <a:rPr lang="en-US">
                                  <a:latin typeface="Cambria Math" panose="02040503050406030204" pitchFamily="18" charset="0"/>
                                </a:rPr>
                                <m:t>0</m:t>
                              </m:r>
                            </m:e>
                            <m:e>
                              <m:r>
                                <m:rPr>
                                  <m:sty m:val="p"/>
                                </m:rPr>
                                <a:rPr lang="en-US">
                                  <a:latin typeface="Cambria Math" panose="02040503050406030204" pitchFamily="18" charset="0"/>
                                </a:rPr>
                                <m:t>cos</m:t>
                              </m:r>
                              <m:r>
                                <a:rPr lang="en-US" i="1">
                                  <a:latin typeface="Cambria Math" panose="02040503050406030204" pitchFamily="18" charset="0"/>
                                </a:rPr>
                                <m:t>⁡(</m:t>
                              </m:r>
                              <m:r>
                                <a:rPr lang="en-US" i="1">
                                  <a:latin typeface="Cambria Math" panose="02040503050406030204" pitchFamily="18" charset="0"/>
                                </a:rPr>
                                <m:t>𝜙</m:t>
                              </m:r>
                              <m:r>
                                <a:rPr lang="en-US" i="1">
                                  <a:latin typeface="Cambria Math" panose="02040503050406030204" pitchFamily="18" charset="0"/>
                                </a:rPr>
                                <m:t>)</m:t>
                              </m:r>
                            </m:e>
                          </m:mr>
                        </m:m>
                      </m:e>
                    </m:d>
                  </m:oMath>
                </a14:m>
                <a:endParaRPr lang="en-US" dirty="0"/>
              </a:p>
            </p:txBody>
          </p:sp>
        </mc:Choice>
        <mc:Fallback xmlns="">
          <p:sp>
            <p:nvSpPr>
              <p:cNvPr id="9" name="TextBox 8">
                <a:extLst>
                  <a:ext uri="{FF2B5EF4-FFF2-40B4-BE49-F238E27FC236}">
                    <a16:creationId xmlns:a16="http://schemas.microsoft.com/office/drawing/2014/main" id="{3B754D7F-30F1-64F2-EB73-1948B1875EFF}"/>
                  </a:ext>
                </a:extLst>
              </p:cNvPr>
              <p:cNvSpPr txBox="1">
                <a:spLocks noRot="1" noChangeAspect="1" noMove="1" noResize="1" noEditPoints="1" noAdjustHandles="1" noChangeArrowheads="1" noChangeShapeType="1" noTextEdit="1"/>
              </p:cNvSpPr>
              <p:nvPr/>
            </p:nvSpPr>
            <p:spPr>
              <a:xfrm>
                <a:off x="338933" y="4329127"/>
                <a:ext cx="8846011" cy="88036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937EEFD-86DA-3A9E-9719-7B2A4ABEF08E}"/>
                  </a:ext>
                </a:extLst>
              </p:cNvPr>
              <p:cNvSpPr txBox="1"/>
              <p:nvPr/>
            </p:nvSpPr>
            <p:spPr>
              <a:xfrm>
                <a:off x="995680" y="5519664"/>
                <a:ext cx="10884005" cy="8803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𝑋𝑍𝑌</m:t>
                          </m:r>
                        </m:sub>
                      </m:sSub>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func>
                                  <m:funcPr>
                                    <m:ctrlPr>
                                      <a:rPr lang="en-US" b="0" i="1" smtClean="0">
                                        <a:latin typeface="Cambria Math" panose="02040503050406030204" pitchFamily="18" charset="0"/>
                                      </a:rPr>
                                    </m:ctrlPr>
                                  </m:funcPr>
                                  <m:fName>
                                    <m:r>
                                      <m:rPr>
                                        <m:sty m:val="p"/>
                                        <m:brk m:alnAt="7"/>
                                      </m:rPr>
                                      <a:rPr lang="en-US" b="0" i="0" smtClean="0">
                                        <a:latin typeface="Cambria Math" panose="02040503050406030204" pitchFamily="18" charset="0"/>
                                      </a:rPr>
                                      <m:t>c</m:t>
                                    </m:r>
                                    <m:r>
                                      <m:rPr>
                                        <m:sty m:val="p"/>
                                      </m:rPr>
                                      <a:rPr lang="en-US" b="0" i="0" smtClean="0">
                                        <a:latin typeface="Cambria Math" panose="02040503050406030204" pitchFamily="18" charset="0"/>
                                      </a:rPr>
                                      <m:t>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r>
                                  <m:rPr>
                                    <m:sty m:val="p"/>
                                    <m:brk m:alnAt="7"/>
                                  </m:rPr>
                                  <a:rPr lang="en-US" b="0" i="0" smtClean="0">
                                    <a:latin typeface="Cambria Math" panose="02040503050406030204" pitchFamily="18" charset="0"/>
                                  </a:rPr>
                                  <m:t>c</m:t>
                                </m:r>
                                <m:r>
                                  <m:rPr>
                                    <m:sty m:val="p"/>
                                  </m:rPr>
                                  <a:rPr lang="en-US" b="0" i="0" smtClean="0">
                                    <a:latin typeface="Cambria Math" panose="02040503050406030204" pitchFamily="18" charset="0"/>
                                  </a:rPr>
                                  <m:t>os</m:t>
                                </m:r>
                                <m:r>
                                  <m:rPr>
                                    <m:brk m:alnAt="7"/>
                                  </m:rPr>
                                  <a:rPr lang="en-US" b="0" i="1" smtClean="0">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e>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e>
                              <m:e>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r>
                                  <m:rPr>
                                    <m:sty m:val="p"/>
                                  </m:rPr>
                                  <a:rPr lang="en-US" b="0" i="0" smtClean="0">
                                    <a:latin typeface="Cambria Math" panose="02040503050406030204" pitchFamily="18" charset="0"/>
                                  </a:rPr>
                                  <m:t>sin</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e>
                            </m:mr>
                            <m:mr>
                              <m:e>
                                <m:func>
                                  <m:funcPr>
                                    <m:ctrlPr>
                                      <a:rPr lang="en-US" b="0" i="1" smtClean="0">
                                        <a:latin typeface="Cambria Math" panose="02040503050406030204" pitchFamily="18" charset="0"/>
                                      </a:rPr>
                                    </m:ctrlPr>
                                  </m:funcPr>
                                  <m:fName>
                                    <m:r>
                                      <a:rPr lang="en-US" b="0" i="0" smtClean="0">
                                        <a:latin typeface="Cambria Math" panose="02040503050406030204" pitchFamily="18" charset="0"/>
                                      </a:rPr>
                                      <m:t>−</m:t>
                                    </m:r>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𝜙</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e>
                                </m:func>
                                <m:r>
                                  <m:rPr>
                                    <m:sty m:val="p"/>
                                  </m:rPr>
                                  <a:rPr lang="en-US" b="0" i="0" smtClean="0">
                                    <a:latin typeface="Cambria Math" panose="02040503050406030204" pitchFamily="18" charset="0"/>
                                  </a:rPr>
                                  <m:t>sin</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e>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d>
                                      <m:dPr>
                                        <m:ctrlPr>
                                          <a:rPr lang="en-US" i="1" smtClean="0">
                                            <a:latin typeface="Cambria Math" panose="02040503050406030204" pitchFamily="18" charset="0"/>
                                          </a:rPr>
                                        </m:ctrlPr>
                                      </m:dPr>
                                      <m:e>
                                        <m:r>
                                          <a:rPr lang="en-US" b="0" i="1" smtClean="0">
                                            <a:latin typeface="Cambria Math" panose="02040503050406030204" pitchFamily="18" charset="0"/>
                                          </a:rPr>
                                          <m:t>𝜔</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e>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𝜙</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e>
                                </m:func>
                                <m:r>
                                  <m:rPr>
                                    <m:sty m:val="p"/>
                                  </m:rPr>
                                  <a:rPr lang="en-US" b="0" i="0" smtClean="0">
                                    <a:latin typeface="Cambria Math" panose="02040503050406030204" pitchFamily="18" charset="0"/>
                                  </a:rPr>
                                  <m:t>cos</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e>
                            </m:mr>
                            <m:mr>
                              <m:e>
                                <m:func>
                                  <m:funcPr>
                                    <m:ctrlPr>
                                      <a:rPr lang="en-US" b="0" i="1" smtClean="0">
                                        <a:latin typeface="Cambria Math" panose="02040503050406030204" pitchFamily="18" charset="0"/>
                                      </a:rPr>
                                    </m:ctrlPr>
                                  </m:funcPr>
                                  <m:fName>
                                    <m:r>
                                      <a:rPr lang="en-US" b="0" i="0" smtClean="0">
                                        <a:latin typeface="Cambria Math" panose="02040503050406030204" pitchFamily="18" charset="0"/>
                                      </a:rPr>
                                      <m:t>−</m:t>
                                    </m:r>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𝜙</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e>
                                </m:func>
                                <m:r>
                                  <m:rPr>
                                    <m:sty m:val="p"/>
                                  </m:rPr>
                                  <a:rPr lang="en-US" b="0" i="0" smtClean="0">
                                    <a:latin typeface="Cambria Math" panose="02040503050406030204" pitchFamily="18" charset="0"/>
                                  </a:rPr>
                                  <m:t>sin</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e>
                              <m:e>
                                <m:r>
                                  <a:rPr lang="en-US">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d>
                                      <m:dPr>
                                        <m:ctrlPr>
                                          <a:rPr lang="en-US" i="1">
                                            <a:latin typeface="Cambria Math" panose="02040503050406030204" pitchFamily="18" charset="0"/>
                                          </a:rPr>
                                        </m:ctrlPr>
                                      </m:dPr>
                                      <m:e>
                                        <m:r>
                                          <a:rPr lang="en-US" b="0" i="1" smtClean="0">
                                            <a:latin typeface="Cambria Math" panose="02040503050406030204" pitchFamily="18" charset="0"/>
                                          </a:rPr>
                                          <m:t>𝜔</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e>
                              <m:e>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𝜙</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e>
                                </m:func>
                                <m:r>
                                  <m:rPr>
                                    <m:sty m:val="p"/>
                                  </m:rPr>
                                  <a:rPr lang="en-US" b="0" i="0" smtClean="0">
                                    <a:latin typeface="Cambria Math" panose="02040503050406030204" pitchFamily="18" charset="0"/>
                                  </a:rPr>
                                  <m:t>cos</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e>
                            </m:mr>
                          </m:m>
                        </m:e>
                      </m:d>
                    </m:oMath>
                  </m:oMathPara>
                </a14:m>
                <a:endParaRPr lang="en-US" dirty="0"/>
              </a:p>
            </p:txBody>
          </p:sp>
        </mc:Choice>
        <mc:Fallback xmlns="">
          <p:sp>
            <p:nvSpPr>
              <p:cNvPr id="10" name="TextBox 9">
                <a:extLst>
                  <a:ext uri="{FF2B5EF4-FFF2-40B4-BE49-F238E27FC236}">
                    <a16:creationId xmlns:a16="http://schemas.microsoft.com/office/drawing/2014/main" id="{A937EEFD-86DA-3A9E-9719-7B2A4ABEF08E}"/>
                  </a:ext>
                </a:extLst>
              </p:cNvPr>
              <p:cNvSpPr txBox="1">
                <a:spLocks noRot="1" noChangeAspect="1" noMove="1" noResize="1" noEditPoints="1" noAdjustHandles="1" noChangeArrowheads="1" noChangeShapeType="1" noTextEdit="1"/>
              </p:cNvSpPr>
              <p:nvPr/>
            </p:nvSpPr>
            <p:spPr>
              <a:xfrm>
                <a:off x="995680" y="5519664"/>
                <a:ext cx="10884005" cy="880369"/>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79419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31D729A-B78D-8B99-76A7-533A82FA3A6D}"/>
                  </a:ext>
                </a:extLst>
              </p:cNvPr>
              <p:cNvSpPr txBox="1"/>
              <p:nvPr/>
            </p:nvSpPr>
            <p:spPr>
              <a:xfrm>
                <a:off x="401320" y="363464"/>
                <a:ext cx="10884005" cy="8803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𝑋𝑍𝑌</m:t>
                          </m:r>
                        </m:sub>
                      </m:sSub>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func>
                                  <m:funcPr>
                                    <m:ctrlPr>
                                      <a:rPr lang="en-US" b="0" i="1" smtClean="0">
                                        <a:latin typeface="Cambria Math" panose="02040503050406030204" pitchFamily="18" charset="0"/>
                                      </a:rPr>
                                    </m:ctrlPr>
                                  </m:funcPr>
                                  <m:fName>
                                    <m:r>
                                      <m:rPr>
                                        <m:sty m:val="p"/>
                                        <m:brk m:alnAt="7"/>
                                      </m:rPr>
                                      <a:rPr lang="en-US" b="0" i="0" smtClean="0">
                                        <a:latin typeface="Cambria Math" panose="02040503050406030204" pitchFamily="18" charset="0"/>
                                      </a:rPr>
                                      <m:t>c</m:t>
                                    </m:r>
                                    <m:r>
                                      <m:rPr>
                                        <m:sty m:val="p"/>
                                      </m:rPr>
                                      <a:rPr lang="en-US" b="0" i="0" smtClean="0">
                                        <a:latin typeface="Cambria Math" panose="02040503050406030204" pitchFamily="18" charset="0"/>
                                      </a:rPr>
                                      <m:t>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r>
                                  <m:rPr>
                                    <m:sty m:val="p"/>
                                    <m:brk m:alnAt="7"/>
                                  </m:rPr>
                                  <a:rPr lang="en-US" b="0" i="0" smtClean="0">
                                    <a:latin typeface="Cambria Math" panose="02040503050406030204" pitchFamily="18" charset="0"/>
                                  </a:rPr>
                                  <m:t>c</m:t>
                                </m:r>
                                <m:r>
                                  <m:rPr>
                                    <m:sty m:val="p"/>
                                  </m:rPr>
                                  <a:rPr lang="en-US" b="0" i="0" smtClean="0">
                                    <a:latin typeface="Cambria Math" panose="02040503050406030204" pitchFamily="18" charset="0"/>
                                  </a:rPr>
                                  <m:t>os</m:t>
                                </m:r>
                                <m:r>
                                  <m:rPr>
                                    <m:brk m:alnAt="7"/>
                                  </m:rPr>
                                  <a:rPr lang="en-US" b="0" i="1" smtClean="0">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e>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e>
                              <m:e>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r>
                                  <m:rPr>
                                    <m:sty m:val="p"/>
                                  </m:rPr>
                                  <a:rPr lang="en-US" b="0" i="0" smtClean="0">
                                    <a:latin typeface="Cambria Math" panose="02040503050406030204" pitchFamily="18" charset="0"/>
                                  </a:rPr>
                                  <m:t>sin</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e>
                            </m:mr>
                            <m:mr>
                              <m:e>
                                <m:func>
                                  <m:funcPr>
                                    <m:ctrlPr>
                                      <a:rPr lang="en-US" b="0" i="1" smtClean="0">
                                        <a:latin typeface="Cambria Math" panose="02040503050406030204" pitchFamily="18" charset="0"/>
                                      </a:rPr>
                                    </m:ctrlPr>
                                  </m:funcPr>
                                  <m:fName>
                                    <m:r>
                                      <a:rPr lang="en-US" b="0" i="0" smtClean="0">
                                        <a:latin typeface="Cambria Math" panose="02040503050406030204" pitchFamily="18" charset="0"/>
                                      </a:rPr>
                                      <m:t>−</m:t>
                                    </m:r>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𝜙</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e>
                                </m:func>
                                <m:r>
                                  <m:rPr>
                                    <m:sty m:val="p"/>
                                  </m:rPr>
                                  <a:rPr lang="en-US" b="0" i="0" smtClean="0">
                                    <a:latin typeface="Cambria Math" panose="02040503050406030204" pitchFamily="18" charset="0"/>
                                  </a:rPr>
                                  <m:t>sin</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e>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d>
                                      <m:dPr>
                                        <m:ctrlPr>
                                          <a:rPr lang="en-US" i="1" smtClean="0">
                                            <a:latin typeface="Cambria Math" panose="02040503050406030204" pitchFamily="18" charset="0"/>
                                          </a:rPr>
                                        </m:ctrlPr>
                                      </m:dPr>
                                      <m:e>
                                        <m:r>
                                          <a:rPr lang="en-US" b="0" i="1" smtClean="0">
                                            <a:latin typeface="Cambria Math" panose="02040503050406030204" pitchFamily="18" charset="0"/>
                                          </a:rPr>
                                          <m:t>𝜔</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e>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𝜙</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e>
                                </m:func>
                                <m:r>
                                  <m:rPr>
                                    <m:sty m:val="p"/>
                                  </m:rPr>
                                  <a:rPr lang="en-US" b="0" i="0" smtClean="0">
                                    <a:latin typeface="Cambria Math" panose="02040503050406030204" pitchFamily="18" charset="0"/>
                                  </a:rPr>
                                  <m:t>cos</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e>
                            </m:mr>
                            <m:mr>
                              <m:e>
                                <m:func>
                                  <m:funcPr>
                                    <m:ctrlPr>
                                      <a:rPr lang="en-US" b="0" i="1" smtClean="0">
                                        <a:latin typeface="Cambria Math" panose="02040503050406030204" pitchFamily="18" charset="0"/>
                                      </a:rPr>
                                    </m:ctrlPr>
                                  </m:funcPr>
                                  <m:fName>
                                    <m:r>
                                      <a:rPr lang="en-US" b="0" i="0" smtClean="0">
                                        <a:latin typeface="Cambria Math" panose="02040503050406030204" pitchFamily="18" charset="0"/>
                                      </a:rPr>
                                      <m:t>−</m:t>
                                    </m:r>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𝜙</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e>
                                </m:func>
                                <m:r>
                                  <m:rPr>
                                    <m:sty m:val="p"/>
                                  </m:rPr>
                                  <a:rPr lang="en-US" b="0" i="0" smtClean="0">
                                    <a:latin typeface="Cambria Math" panose="02040503050406030204" pitchFamily="18" charset="0"/>
                                  </a:rPr>
                                  <m:t>sin</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e>
                              <m:e>
                                <m:r>
                                  <a:rPr lang="en-US">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d>
                                      <m:dPr>
                                        <m:ctrlPr>
                                          <a:rPr lang="en-US" i="1">
                                            <a:latin typeface="Cambria Math" panose="02040503050406030204" pitchFamily="18" charset="0"/>
                                          </a:rPr>
                                        </m:ctrlPr>
                                      </m:dPr>
                                      <m:e>
                                        <m:r>
                                          <a:rPr lang="en-US" b="0" i="1" smtClean="0">
                                            <a:latin typeface="Cambria Math" panose="02040503050406030204" pitchFamily="18" charset="0"/>
                                          </a:rPr>
                                          <m:t>𝜔</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e>
                              <m:e>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𝜒</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𝜙</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𝜔</m:t>
                                        </m:r>
                                      </m:e>
                                    </m:d>
                                  </m:e>
                                </m:func>
                                <m:r>
                                  <m:rPr>
                                    <m:sty m:val="p"/>
                                  </m:rPr>
                                  <a:rPr lang="en-US" b="0" i="0" smtClean="0">
                                    <a:latin typeface="Cambria Math" panose="02040503050406030204" pitchFamily="18" charset="0"/>
                                  </a:rPr>
                                  <m:t>cos</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e>
                            </m:mr>
                          </m:m>
                        </m:e>
                      </m:d>
                    </m:oMath>
                  </m:oMathPara>
                </a14:m>
                <a:endParaRPr lang="en-US" dirty="0"/>
              </a:p>
            </p:txBody>
          </p:sp>
        </mc:Choice>
        <mc:Fallback xmlns="">
          <p:sp>
            <p:nvSpPr>
              <p:cNvPr id="4" name="TextBox 3">
                <a:extLst>
                  <a:ext uri="{FF2B5EF4-FFF2-40B4-BE49-F238E27FC236}">
                    <a16:creationId xmlns:a16="http://schemas.microsoft.com/office/drawing/2014/main" id="{D31D729A-B78D-8B99-76A7-533A82FA3A6D}"/>
                  </a:ext>
                </a:extLst>
              </p:cNvPr>
              <p:cNvSpPr txBox="1">
                <a:spLocks noRot="1" noChangeAspect="1" noMove="1" noResize="1" noEditPoints="1" noAdjustHandles="1" noChangeArrowheads="1" noChangeShapeType="1" noTextEdit="1"/>
              </p:cNvSpPr>
              <p:nvPr/>
            </p:nvSpPr>
            <p:spPr>
              <a:xfrm>
                <a:off x="401320" y="363464"/>
                <a:ext cx="10884005" cy="88036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0757717-6372-E783-77D9-839F2A5CC5E1}"/>
                  </a:ext>
                </a:extLst>
              </p:cNvPr>
              <p:cNvSpPr txBox="1"/>
              <p:nvPr/>
            </p:nvSpPr>
            <p:spPr>
              <a:xfrm>
                <a:off x="2702334" y="1500122"/>
                <a:ext cx="3557897" cy="880369"/>
              </a:xfrm>
              <a:prstGeom prst="rect">
                <a:avLst/>
              </a:prstGeom>
              <a:noFill/>
            </p:spPr>
            <p:txBody>
              <a:bodyPr wrap="none" lIns="0" tIns="0" rIns="0" bIns="0"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𝑑𝑥</m:t>
                                  </m:r>
                                </m:sub>
                              </m:sSub>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𝑑𝑦</m:t>
                                  </m:r>
                                </m:sub>
                              </m:sSub>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𝑑𝑧</m:t>
                                  </m:r>
                                </m:sub>
                              </m:sSub>
                            </m:e>
                          </m:mr>
                        </m:m>
                      </m:e>
                    </m:d>
                    <m:r>
                      <a:rPr lang="en-US" b="0" i="1" smtClean="0">
                        <a:latin typeface="Cambria Math" panose="02040503050406030204" pitchFamily="18" charset="0"/>
                      </a:rPr>
                      <m:t>=</m:t>
                    </m:r>
                  </m:oMath>
                </a14:m>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𝑜</m:t>
                        </m:r>
                      </m:sub>
                    </m:sSub>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func>
                                <m:funcPr>
                                  <m:ctrlPr>
                                    <a:rPr lang="en-US" b="0" i="1" smtClean="0">
                                      <a:latin typeface="Cambria Math" panose="02040503050406030204" pitchFamily="18" charset="0"/>
                                    </a:rPr>
                                  </m:ctrlPr>
                                </m:funcPr>
                                <m:fName>
                                  <m:r>
                                    <m:rPr>
                                      <m:sty m:val="p"/>
                                      <m:brk m:alnAt="7"/>
                                    </m:rPr>
                                    <a:rPr lang="en-US" b="0" i="0" smtClean="0">
                                      <a:latin typeface="Cambria Math" panose="02040503050406030204" pitchFamily="18" charset="0"/>
                                    </a:rPr>
                                    <m:t>s</m:t>
                                  </m:r>
                                  <m:r>
                                    <m:rPr>
                                      <m:sty m:val="p"/>
                                    </m:rPr>
                                    <a:rPr lang="en-US" b="0" i="0" smtClean="0">
                                      <a:latin typeface="Cambria Math" panose="02040503050406030204" pitchFamily="18" charset="0"/>
                                    </a:rPr>
                                    <m:t>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𝛾</m:t>
                                      </m:r>
                                    </m:e>
                                  </m:d>
                                </m:e>
                              </m:func>
                              <m:func>
                                <m:funcPr>
                                  <m:ctrlPr>
                                    <a:rPr lang="en-US" b="0" i="1" smtClean="0">
                                      <a:latin typeface="Cambria Math" panose="02040503050406030204" pitchFamily="18" charset="0"/>
                                    </a:rPr>
                                  </m:ctrlPr>
                                </m:funcPr>
                                <m:fName>
                                  <m:r>
                                    <m:rPr>
                                      <m:sty m:val="p"/>
                                      <m:brk m:alnAt="7"/>
                                    </m:rPr>
                                    <a:rPr lang="en-US" b="0" i="0" smtClean="0">
                                      <a:latin typeface="Cambria Math" panose="02040503050406030204" pitchFamily="18" charset="0"/>
                                    </a:rPr>
                                    <m:t>c</m:t>
                                  </m:r>
                                  <m:r>
                                    <m:rPr>
                                      <m:sty m:val="p"/>
                                    </m:rPr>
                                    <a:rPr lang="en-US" b="0" i="0" smtClean="0">
                                      <a:latin typeface="Cambria Math" panose="02040503050406030204" pitchFamily="18" charset="0"/>
                                    </a:rPr>
                                    <m:t>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𝛿</m:t>
                                      </m:r>
                                    </m:e>
                                  </m:d>
                                </m:e>
                              </m:func>
                            </m:e>
                          </m:mr>
                          <m:m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r>
                                    <m:rPr>
                                      <m:sty m:val="p"/>
                                    </m:rPr>
                                    <a:rPr lang="en-US" b="0" i="1" smtClean="0">
                                      <a:latin typeface="Cambria Math" panose="02040503050406030204" pitchFamily="18" charset="0"/>
                                    </a:rPr>
                                    <m:t>δ</m:t>
                                  </m:r>
                                </m:e>
                              </m:func>
                            </m:e>
                          </m:mr>
                          <m:m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𝛾</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𝛿</m:t>
                                      </m:r>
                                    </m:e>
                                  </m:d>
                                </m:e>
                              </m:func>
                              <m:r>
                                <a:rPr lang="en-US" b="0" i="1" smtClean="0">
                                  <a:latin typeface="Cambria Math" panose="02040503050406030204" pitchFamily="18" charset="0"/>
                                </a:rPr>
                                <m:t>−1</m:t>
                              </m:r>
                            </m:e>
                          </m:mr>
                        </m:m>
                      </m:e>
                    </m:d>
                  </m:oMath>
                </a14:m>
                <a:endParaRPr lang="en-US" dirty="0"/>
              </a:p>
            </p:txBody>
          </p:sp>
        </mc:Choice>
        <mc:Fallback xmlns="">
          <p:sp>
            <p:nvSpPr>
              <p:cNvPr id="5" name="TextBox 4">
                <a:extLst>
                  <a:ext uri="{FF2B5EF4-FFF2-40B4-BE49-F238E27FC236}">
                    <a16:creationId xmlns:a16="http://schemas.microsoft.com/office/drawing/2014/main" id="{D0757717-6372-E783-77D9-839F2A5CC5E1}"/>
                  </a:ext>
                </a:extLst>
              </p:cNvPr>
              <p:cNvSpPr txBox="1">
                <a:spLocks noRot="1" noChangeAspect="1" noMove="1" noResize="1" noEditPoints="1" noAdjustHandles="1" noChangeArrowheads="1" noChangeShapeType="1" noTextEdit="1"/>
              </p:cNvSpPr>
              <p:nvPr/>
            </p:nvSpPr>
            <p:spPr>
              <a:xfrm>
                <a:off x="2702334" y="1500122"/>
                <a:ext cx="3557897" cy="88036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D2D7A34-01F6-16FE-423F-CDE1499D50FA}"/>
                  </a:ext>
                </a:extLst>
              </p:cNvPr>
              <p:cNvSpPr txBox="1"/>
              <p:nvPr/>
            </p:nvSpPr>
            <p:spPr>
              <a:xfrm>
                <a:off x="-101600" y="2636780"/>
                <a:ext cx="12467259" cy="7825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m:t>
                          </m:r>
                        </m:sub>
                      </m:sSub>
                      <m:r>
                        <a:rPr lang="en-US" sz="1600" b="0" i="1" smtClean="0">
                          <a:latin typeface="Cambria Math" panose="02040503050406030204" pitchFamily="18" charset="0"/>
                        </a:rPr>
                        <m:t>=</m:t>
                      </m:r>
                      <m:d>
                        <m:dPr>
                          <m:begChr m:val="["/>
                          <m:endChr m:val="]"/>
                          <m:ctrlPr>
                            <a:rPr lang="en-US" sz="1600" b="0" i="1" smtClean="0">
                              <a:latin typeface="Cambria Math" panose="02040503050406030204" pitchFamily="18" charset="0"/>
                            </a:rPr>
                          </m:ctrlPr>
                        </m:dPr>
                        <m:e>
                          <m:m>
                            <m:mPr>
                              <m:mcs>
                                <m:mc>
                                  <m:mcPr>
                                    <m:count m:val="1"/>
                                    <m:mcJc m:val="center"/>
                                  </m:mcPr>
                                </m:mc>
                              </m:mcs>
                              <m:ctrlPr>
                                <a:rPr lang="en-US" sz="1600" b="0" i="1" smtClean="0">
                                  <a:latin typeface="Cambria Math" panose="02040503050406030204" pitchFamily="18" charset="0"/>
                                </a:rPr>
                              </m:ctrlPr>
                            </m:mPr>
                            <m:m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𝑠𝑥</m:t>
                                    </m:r>
                                  </m:sub>
                                </m:sSub>
                              </m:e>
                            </m:mr>
                            <m:m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𝑠𝑦</m:t>
                                    </m:r>
                                  </m:sub>
                                </m:sSub>
                              </m:e>
                            </m:mr>
                            <m:m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𝑠𝑧</m:t>
                                    </m:r>
                                  </m:sub>
                                </m:sSub>
                              </m:e>
                            </m:mr>
                          </m:m>
                        </m:e>
                      </m:d>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𝑘</m:t>
                          </m:r>
                        </m:e>
                        <m:sub>
                          <m:r>
                            <a:rPr lang="en-US" sz="1600" b="0" i="1" smtClean="0">
                              <a:latin typeface="Cambria Math" panose="02040503050406030204" pitchFamily="18" charset="0"/>
                            </a:rPr>
                            <m:t>𝑜</m:t>
                          </m:r>
                        </m:sub>
                      </m:sSub>
                      <m:d>
                        <m:dPr>
                          <m:begChr m:val="["/>
                          <m:endChr m:val="]"/>
                          <m:ctrlPr>
                            <a:rPr lang="en-US" sz="1600" i="1" smtClean="0">
                              <a:latin typeface="Cambria Math" panose="02040503050406030204" pitchFamily="18" charset="0"/>
                            </a:rPr>
                          </m:ctrlPr>
                        </m:dPr>
                        <m:e>
                          <m:m>
                            <m:mPr>
                              <m:mcs>
                                <m:mc>
                                  <m:mcPr>
                                    <m:count m:val="3"/>
                                    <m:mcJc m:val="center"/>
                                  </m:mcPr>
                                </m:mc>
                              </m:mcs>
                              <m:ctrlPr>
                                <a:rPr lang="en-US" sz="1600" i="1">
                                  <a:latin typeface="Cambria Math" panose="02040503050406030204" pitchFamily="18" charset="0"/>
                                </a:rPr>
                              </m:ctrlPr>
                            </m:mPr>
                            <m:mr>
                              <m:e>
                                <m:func>
                                  <m:funcPr>
                                    <m:ctrlPr>
                                      <a:rPr lang="en-US" sz="1600" b="0" i="1" smtClean="0">
                                        <a:latin typeface="Cambria Math" panose="02040503050406030204" pitchFamily="18" charset="0"/>
                                      </a:rPr>
                                    </m:ctrlPr>
                                  </m:funcPr>
                                  <m:fName>
                                    <m:r>
                                      <m:rPr>
                                        <m:sty m:val="p"/>
                                        <m:brk m:alnAt="7"/>
                                      </m:rPr>
                                      <a:rPr lang="en-US" sz="1600" b="0" i="0" smtClean="0">
                                        <a:latin typeface="Cambria Math" panose="02040503050406030204" pitchFamily="18" charset="0"/>
                                      </a:rPr>
                                      <m:t>c</m:t>
                                    </m:r>
                                    <m:r>
                                      <m:rPr>
                                        <m:sty m:val="p"/>
                                      </m:rPr>
                                      <a:rPr lang="en-US" sz="1600" b="0" i="0" smtClean="0">
                                        <a:latin typeface="Cambria Math" panose="02040503050406030204" pitchFamily="18" charset="0"/>
                                      </a:rPr>
                                      <m:t>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𝜒</m:t>
                                        </m:r>
                                      </m:e>
                                    </m:d>
                                  </m:e>
                                </m:func>
                                <m:r>
                                  <m:rPr>
                                    <m:sty m:val="p"/>
                                    <m:brk m:alnAt="7"/>
                                  </m:rPr>
                                  <a:rPr lang="en-US" sz="1600" b="0" i="0" smtClean="0">
                                    <a:latin typeface="Cambria Math" panose="02040503050406030204" pitchFamily="18" charset="0"/>
                                  </a:rPr>
                                  <m:t>c</m:t>
                                </m:r>
                                <m:r>
                                  <m:rPr>
                                    <m:sty m:val="p"/>
                                  </m:rPr>
                                  <a:rPr lang="en-US" sz="1600" b="0" i="0" smtClean="0">
                                    <a:latin typeface="Cambria Math" panose="02040503050406030204" pitchFamily="18" charset="0"/>
                                  </a:rPr>
                                  <m:t>os</m:t>
                                </m:r>
                                <m:r>
                                  <m:rPr>
                                    <m:brk m:alnAt="7"/>
                                  </m:rPr>
                                  <a:rPr lang="en-US" sz="1600" b="0" i="1" smtClean="0">
                                    <a:latin typeface="Cambria Math" panose="02040503050406030204" pitchFamily="18" charset="0"/>
                                  </a:rPr>
                                  <m:t>⁡</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𝜒</m:t>
                                        </m:r>
                                      </m:e>
                                    </m:d>
                                  </m:e>
                                </m:func>
                              </m:e>
                              <m:e>
                                <m:r>
                                  <a:rPr lang="en-US" sz="1600" b="0" i="1" smtClean="0">
                                    <a:latin typeface="Cambria Math" panose="02040503050406030204" pitchFamily="18" charset="0"/>
                                  </a:rPr>
                                  <m:t>−</m:t>
                                </m:r>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𝜒</m:t>
                                        </m:r>
                                      </m:e>
                                    </m:d>
                                  </m:e>
                                </m:func>
                                <m:r>
                                  <m:rPr>
                                    <m:sty m:val="p"/>
                                  </m:rPr>
                                  <a:rPr lang="en-US" sz="1600" b="0" i="0" smtClean="0">
                                    <a:latin typeface="Cambria Math" panose="02040503050406030204" pitchFamily="18" charset="0"/>
                                  </a:rPr>
                                  <m:t>sin</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mr>
                            <m:mr>
                              <m:e>
                                <m:func>
                                  <m:funcPr>
                                    <m:ctrlPr>
                                      <a:rPr lang="en-US" sz="1600" b="0" i="1" smtClean="0">
                                        <a:latin typeface="Cambria Math" panose="02040503050406030204" pitchFamily="18" charset="0"/>
                                      </a:rPr>
                                    </m:ctrlPr>
                                  </m:funcPr>
                                  <m:fName>
                                    <m:r>
                                      <a:rPr lang="en-US" sz="1600" b="0" i="0" smtClean="0">
                                        <a:latin typeface="Cambria Math" panose="02040503050406030204" pitchFamily="18" charset="0"/>
                                      </a:rPr>
                                      <m:t>−</m:t>
                                    </m:r>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𝜔</m:t>
                                        </m:r>
                                      </m:e>
                                    </m:d>
                                  </m:e>
                                </m:func>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𝜒</m:t>
                                        </m:r>
                                      </m:e>
                                    </m:d>
                                  </m:e>
                                </m:func>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r>
                                  <a:rPr lang="en-US" sz="1600" b="0" i="1" smtClean="0">
                                    <a:latin typeface="Cambria Math" panose="02040503050406030204" pitchFamily="18" charset="0"/>
                                  </a:rPr>
                                  <m:t>+</m:t>
                                </m:r>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𝜔</m:t>
                                        </m:r>
                                      </m:e>
                                    </m:d>
                                  </m:e>
                                </m:func>
                                <m:r>
                                  <m:rPr>
                                    <m:sty m:val="p"/>
                                  </m:rPr>
                                  <a:rPr lang="en-US" sz="1600" b="0" i="0" smtClean="0">
                                    <a:latin typeface="Cambria Math" panose="02040503050406030204" pitchFamily="18" charset="0"/>
                                  </a:rPr>
                                  <m:t>sin</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e>
                                <m:func>
                                  <m:funcPr>
                                    <m:ctrlPr>
                                      <a:rPr lang="en-US" sz="1600" i="1">
                                        <a:latin typeface="Cambria Math" panose="02040503050406030204" pitchFamily="18" charset="0"/>
                                      </a:rPr>
                                    </m:ctrlPr>
                                  </m:funcPr>
                                  <m:fName>
                                    <m:r>
                                      <m:rPr>
                                        <m:sty m:val="p"/>
                                      </m:rPr>
                                      <a:rPr lang="en-US" sz="1600">
                                        <a:latin typeface="Cambria Math" panose="02040503050406030204" pitchFamily="18" charset="0"/>
                                      </a:rPr>
                                      <m:t>cos</m:t>
                                    </m:r>
                                  </m:fName>
                                  <m:e>
                                    <m:d>
                                      <m:dPr>
                                        <m:ctrlPr>
                                          <a:rPr lang="en-US" sz="1600" i="1" smtClean="0">
                                            <a:latin typeface="Cambria Math" panose="02040503050406030204" pitchFamily="18" charset="0"/>
                                          </a:rPr>
                                        </m:ctrlPr>
                                      </m:dPr>
                                      <m:e>
                                        <m:r>
                                          <a:rPr lang="en-US" sz="1600" b="0" i="1" smtClean="0">
                                            <a:latin typeface="Cambria Math" panose="02040503050406030204" pitchFamily="18" charset="0"/>
                                          </a:rPr>
                                          <m:t>𝜔</m:t>
                                        </m:r>
                                      </m:e>
                                    </m:d>
                                  </m:e>
                                </m:func>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𝜒</m:t>
                                        </m:r>
                                      </m:e>
                                    </m:d>
                                  </m:e>
                                </m:func>
                              </m:e>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𝜔</m:t>
                                        </m:r>
                                      </m:e>
                                    </m:d>
                                  </m:e>
                                </m:func>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𝜒</m:t>
                                        </m:r>
                                      </m:e>
                                    </m:d>
                                  </m:e>
                                </m:func>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r>
                                  <a:rPr lang="en-US" sz="1600" b="0" i="1" smtClean="0">
                                    <a:latin typeface="Cambria Math" panose="02040503050406030204" pitchFamily="18" charset="0"/>
                                  </a:rPr>
                                  <m:t>+</m:t>
                                </m:r>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𝜔</m:t>
                                        </m:r>
                                      </m:e>
                                    </m:d>
                                  </m:e>
                                </m:func>
                                <m:r>
                                  <m:rPr>
                                    <m:sty m:val="p"/>
                                  </m:rPr>
                                  <a:rPr lang="en-US" sz="1600" b="0" i="0" smtClean="0">
                                    <a:latin typeface="Cambria Math" panose="02040503050406030204" pitchFamily="18" charset="0"/>
                                  </a:rPr>
                                  <m:t>cos</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mr>
                            <m:mr>
                              <m:e>
                                <m:func>
                                  <m:funcPr>
                                    <m:ctrlPr>
                                      <a:rPr lang="en-US" sz="1600" b="0" i="1" smtClean="0">
                                        <a:latin typeface="Cambria Math" panose="02040503050406030204" pitchFamily="18" charset="0"/>
                                      </a:rPr>
                                    </m:ctrlPr>
                                  </m:funcPr>
                                  <m:fName>
                                    <m:r>
                                      <a:rPr lang="en-US" sz="1600" b="0" i="0" smtClean="0">
                                        <a:latin typeface="Cambria Math" panose="02040503050406030204" pitchFamily="18" charset="0"/>
                                      </a:rPr>
                                      <m:t>−</m:t>
                                    </m:r>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𝜔</m:t>
                                        </m:r>
                                      </m:e>
                                    </m:d>
                                  </m:e>
                                </m:func>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𝜒</m:t>
                                        </m:r>
                                      </m:e>
                                    </m:d>
                                  </m:e>
                                </m:func>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r>
                                  <a:rPr lang="en-US" sz="1600" b="0" i="1" smtClean="0">
                                    <a:latin typeface="Cambria Math" panose="02040503050406030204" pitchFamily="18" charset="0"/>
                                  </a:rPr>
                                  <m:t>+</m:t>
                                </m:r>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𝜔</m:t>
                                        </m:r>
                                      </m:e>
                                    </m:d>
                                  </m:e>
                                </m:func>
                                <m:r>
                                  <m:rPr>
                                    <m:sty m:val="p"/>
                                  </m:rPr>
                                  <a:rPr lang="en-US" sz="1600" b="0" i="0" smtClean="0">
                                    <a:latin typeface="Cambria Math" panose="02040503050406030204" pitchFamily="18" charset="0"/>
                                  </a:rPr>
                                  <m:t>sin</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e>
                                <m:r>
                                  <a:rPr lang="en-US" sz="1600">
                                    <a:latin typeface="Cambria Math" panose="02040503050406030204" pitchFamily="18" charset="0"/>
                                  </a:rPr>
                                  <m:t>−</m:t>
                                </m:r>
                                <m:func>
                                  <m:funcPr>
                                    <m:ctrlPr>
                                      <a:rPr lang="en-US" sz="1600" i="1">
                                        <a:latin typeface="Cambria Math" panose="02040503050406030204" pitchFamily="18" charset="0"/>
                                      </a:rPr>
                                    </m:ctrlPr>
                                  </m:funcPr>
                                  <m:fName>
                                    <m:r>
                                      <m:rPr>
                                        <m:sty m:val="p"/>
                                      </m:rPr>
                                      <a:rPr lang="en-US" sz="1600">
                                        <a:latin typeface="Cambria Math" panose="02040503050406030204" pitchFamily="18" charset="0"/>
                                      </a:rPr>
                                      <m:t>sin</m:t>
                                    </m:r>
                                  </m:fName>
                                  <m:e>
                                    <m:d>
                                      <m:dPr>
                                        <m:ctrlPr>
                                          <a:rPr lang="en-US" sz="1600" i="1">
                                            <a:latin typeface="Cambria Math" panose="02040503050406030204" pitchFamily="18" charset="0"/>
                                          </a:rPr>
                                        </m:ctrlPr>
                                      </m:dPr>
                                      <m:e>
                                        <m:r>
                                          <a:rPr lang="en-US" sz="1600" b="0" i="1" smtClean="0">
                                            <a:latin typeface="Cambria Math" panose="02040503050406030204" pitchFamily="18" charset="0"/>
                                          </a:rPr>
                                          <m:t>𝜔</m:t>
                                        </m:r>
                                      </m:e>
                                    </m:d>
                                  </m:e>
                                </m:func>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𝜒</m:t>
                                        </m:r>
                                      </m:e>
                                    </m:d>
                                  </m:e>
                                </m:func>
                              </m:e>
                              <m:e>
                                <m:r>
                                  <a:rPr lang="en-US" sz="1600" b="0" i="1" smtClean="0">
                                    <a:latin typeface="Cambria Math" panose="02040503050406030204" pitchFamily="18" charset="0"/>
                                  </a:rPr>
                                  <m:t>−</m:t>
                                </m:r>
                                <m:func>
                                  <m:funcPr>
                                    <m:ctrlPr>
                                      <a:rPr lang="en-US" sz="1600" b="0" i="1" smtClean="0">
                                        <a:latin typeface="Cambria Math" panose="02040503050406030204" pitchFamily="18" charset="0"/>
                                      </a:rPr>
                                    </m:ctrlPr>
                                  </m:funcPr>
                                  <m:fName>
                                    <m:r>
                                      <m:rPr>
                                        <m:sty m:val="p"/>
                                      </m:rPr>
                                      <a:rPr lang="en-US" sz="160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𝜔</m:t>
                                        </m:r>
                                      </m:e>
                                    </m:d>
                                  </m:e>
                                </m:func>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𝜒</m:t>
                                        </m:r>
                                      </m:e>
                                    </m:d>
                                  </m:e>
                                </m:func>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r>
                                  <a:rPr lang="en-US" sz="1600" b="0" i="1" smtClean="0">
                                    <a:latin typeface="Cambria Math" panose="02040503050406030204" pitchFamily="18" charset="0"/>
                                  </a:rPr>
                                  <m:t>+</m:t>
                                </m:r>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𝜔</m:t>
                                        </m:r>
                                      </m:e>
                                    </m:d>
                                  </m:e>
                                </m:func>
                                <m:r>
                                  <m:rPr>
                                    <m:sty m:val="p"/>
                                  </m:rPr>
                                  <a:rPr lang="en-US" sz="1600" b="0" i="0" smtClean="0">
                                    <a:latin typeface="Cambria Math" panose="02040503050406030204" pitchFamily="18" charset="0"/>
                                  </a:rPr>
                                  <m:t>cos</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mr>
                          </m:m>
                        </m:e>
                      </m:d>
                      <m:d>
                        <m:dPr>
                          <m:begChr m:val="["/>
                          <m:endChr m:val="]"/>
                          <m:ctrlPr>
                            <a:rPr lang="en-US" sz="1600" b="0" i="1" smtClean="0">
                              <a:latin typeface="Cambria Math" panose="02040503050406030204" pitchFamily="18" charset="0"/>
                            </a:rPr>
                          </m:ctrlPr>
                        </m:dPr>
                        <m:e>
                          <m:m>
                            <m:mPr>
                              <m:mcs>
                                <m:mc>
                                  <m:mcPr>
                                    <m:count m:val="1"/>
                                    <m:mcJc m:val="center"/>
                                  </m:mcPr>
                                </m:mc>
                              </m:mcs>
                              <m:ctrlPr>
                                <a:rPr lang="en-US" sz="1600" b="0" i="1" smtClean="0">
                                  <a:latin typeface="Cambria Math" panose="02040503050406030204" pitchFamily="18" charset="0"/>
                                </a:rPr>
                              </m:ctrlPr>
                            </m:mPr>
                            <m:mr>
                              <m:e>
                                <m:func>
                                  <m:funcPr>
                                    <m:ctrlPr>
                                      <a:rPr lang="en-US" sz="1600" b="0" i="1" smtClean="0">
                                        <a:latin typeface="Cambria Math" panose="02040503050406030204" pitchFamily="18" charset="0"/>
                                      </a:rPr>
                                    </m:ctrlPr>
                                  </m:funcPr>
                                  <m:fName>
                                    <m:r>
                                      <m:rPr>
                                        <m:sty m:val="p"/>
                                        <m:brk m:alnAt="7"/>
                                      </m:rPr>
                                      <a:rPr lang="en-US" sz="1600" b="0" i="0" smtClean="0">
                                        <a:latin typeface="Cambria Math" panose="02040503050406030204" pitchFamily="18" charset="0"/>
                                      </a:rPr>
                                      <m:t>s</m:t>
                                    </m:r>
                                    <m:r>
                                      <m:rPr>
                                        <m:sty m:val="p"/>
                                      </m:rPr>
                                      <a:rPr lang="en-US" sz="1600" b="0" i="0" smtClean="0">
                                        <a:latin typeface="Cambria Math" panose="02040503050406030204" pitchFamily="18" charset="0"/>
                                      </a:rPr>
                                      <m:t>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𝛾</m:t>
                                        </m:r>
                                      </m:e>
                                    </m:d>
                                  </m:e>
                                </m:func>
                                <m:func>
                                  <m:funcPr>
                                    <m:ctrlPr>
                                      <a:rPr lang="en-US" sz="1600" b="0" i="1" smtClean="0">
                                        <a:latin typeface="Cambria Math" panose="02040503050406030204" pitchFamily="18" charset="0"/>
                                      </a:rPr>
                                    </m:ctrlPr>
                                  </m:funcPr>
                                  <m:fName>
                                    <m:r>
                                      <m:rPr>
                                        <m:sty m:val="p"/>
                                        <m:brk m:alnAt="7"/>
                                      </m:rPr>
                                      <a:rPr lang="en-US" sz="1600" b="0" i="0" smtClean="0">
                                        <a:latin typeface="Cambria Math" panose="02040503050406030204" pitchFamily="18" charset="0"/>
                                      </a:rPr>
                                      <m:t>c</m:t>
                                    </m:r>
                                    <m:r>
                                      <m:rPr>
                                        <m:sty m:val="p"/>
                                      </m:rPr>
                                      <a:rPr lang="en-US" sz="1600" b="0" i="0" smtClean="0">
                                        <a:latin typeface="Cambria Math" panose="02040503050406030204" pitchFamily="18" charset="0"/>
                                      </a:rPr>
                                      <m:t>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𝛿</m:t>
                                        </m:r>
                                      </m:e>
                                    </m:d>
                                  </m:e>
                                </m:func>
                              </m:e>
                            </m:mr>
                            <m:m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r>
                                      <m:rPr>
                                        <m:sty m:val="p"/>
                                      </m:rPr>
                                      <a:rPr lang="en-US" sz="1600" b="0" i="1" smtClean="0">
                                        <a:latin typeface="Cambria Math" panose="02040503050406030204" pitchFamily="18" charset="0"/>
                                      </a:rPr>
                                      <m:t>δ</m:t>
                                    </m:r>
                                  </m:e>
                                </m:func>
                              </m:e>
                            </m:mr>
                            <m:m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𝛾</m:t>
                                        </m:r>
                                      </m:e>
                                    </m:d>
                                  </m:e>
                                </m:func>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𝛿</m:t>
                                        </m:r>
                                      </m:e>
                                    </m:d>
                                  </m:e>
                                </m:func>
                                <m:r>
                                  <a:rPr lang="en-US" sz="1600" b="0" i="1" smtClean="0">
                                    <a:latin typeface="Cambria Math" panose="02040503050406030204" pitchFamily="18" charset="0"/>
                                  </a:rPr>
                                  <m:t>−1</m:t>
                                </m:r>
                              </m:e>
                            </m:mr>
                          </m:m>
                        </m:e>
                      </m:d>
                    </m:oMath>
                  </m:oMathPara>
                </a14:m>
                <a:endParaRPr lang="en-US" sz="1600" dirty="0"/>
              </a:p>
            </p:txBody>
          </p:sp>
        </mc:Choice>
        <mc:Fallback xmlns="">
          <p:sp>
            <p:nvSpPr>
              <p:cNvPr id="6" name="TextBox 5">
                <a:extLst>
                  <a:ext uri="{FF2B5EF4-FFF2-40B4-BE49-F238E27FC236}">
                    <a16:creationId xmlns:a16="http://schemas.microsoft.com/office/drawing/2014/main" id="{1D2D7A34-01F6-16FE-423F-CDE1499D50FA}"/>
                  </a:ext>
                </a:extLst>
              </p:cNvPr>
              <p:cNvSpPr txBox="1">
                <a:spLocks noRot="1" noChangeAspect="1" noMove="1" noResize="1" noEditPoints="1" noAdjustHandles="1" noChangeArrowheads="1" noChangeShapeType="1" noTextEdit="1"/>
              </p:cNvSpPr>
              <p:nvPr/>
            </p:nvSpPr>
            <p:spPr>
              <a:xfrm>
                <a:off x="-101600" y="2636780"/>
                <a:ext cx="12467259" cy="78258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84210B1-9D67-364C-D6E8-0970B82E7591}"/>
                  </a:ext>
                </a:extLst>
              </p:cNvPr>
              <p:cNvSpPr txBox="1"/>
              <p:nvPr/>
            </p:nvSpPr>
            <p:spPr>
              <a:xfrm>
                <a:off x="4265930" y="1796771"/>
                <a:ext cx="683514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𝑠</m:t>
                          </m:r>
                        </m:sub>
                      </m:sSub>
                      <m:r>
                        <a:rPr lang="en-US" b="0" i="1" smtClean="0">
                          <a:latin typeface="Cambria Math" panose="02040503050406030204" pitchFamily="18" charset="0"/>
                        </a:rPr>
                        <m:t>=</m:t>
                      </m:r>
                      <m:r>
                        <a:rPr lang="en-US" b="0" i="1" smtClean="0">
                          <a:latin typeface="Cambria Math" panose="02040503050406030204" pitchFamily="18" charset="0"/>
                        </a:rPr>
                        <m:t>𝑄</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m:t>
                          </m:r>
                        </m:sub>
                      </m:sSub>
                    </m:oMath>
                  </m:oMathPara>
                </a14:m>
                <a:endParaRPr lang="en-US" dirty="0"/>
              </a:p>
            </p:txBody>
          </p:sp>
        </mc:Choice>
        <mc:Fallback xmlns="">
          <p:sp>
            <p:nvSpPr>
              <p:cNvPr id="8" name="TextBox 7">
                <a:extLst>
                  <a:ext uri="{FF2B5EF4-FFF2-40B4-BE49-F238E27FC236}">
                    <a16:creationId xmlns:a16="http://schemas.microsoft.com/office/drawing/2014/main" id="{E84210B1-9D67-364C-D6E8-0970B82E7591}"/>
                  </a:ext>
                </a:extLst>
              </p:cNvPr>
              <p:cNvSpPr txBox="1">
                <a:spLocks noRot="1" noChangeAspect="1" noMove="1" noResize="1" noEditPoints="1" noAdjustHandles="1" noChangeArrowheads="1" noChangeShapeType="1" noTextEdit="1"/>
              </p:cNvSpPr>
              <p:nvPr/>
            </p:nvSpPr>
            <p:spPr>
              <a:xfrm>
                <a:off x="4265930" y="1796771"/>
                <a:ext cx="6835140" cy="369332"/>
              </a:xfrm>
              <a:prstGeom prst="rect">
                <a:avLst/>
              </a:prstGeom>
              <a:blipFill>
                <a:blip r:embed="rId5"/>
                <a:stretch>
                  <a:fillRect b="-10000"/>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38BBEA26-D70F-4CE9-2DBE-93D702B3FDF4}"/>
              </a:ext>
            </a:extLst>
          </p:cNvPr>
          <p:cNvSpPr txBox="1"/>
          <p:nvPr/>
        </p:nvSpPr>
        <p:spPr>
          <a:xfrm>
            <a:off x="1361440" y="3890564"/>
            <a:ext cx="9966960" cy="1200329"/>
          </a:xfrm>
          <a:prstGeom prst="rect">
            <a:avLst/>
          </a:prstGeom>
          <a:noFill/>
        </p:spPr>
        <p:txBody>
          <a:bodyPr wrap="square" rtlCol="0">
            <a:spAutoFit/>
          </a:bodyPr>
          <a:lstStyle/>
          <a:p>
            <a:r>
              <a:rPr lang="en-US" dirty="0"/>
              <a:t>We can expand this but in the code we can calculate all rotation matrices, delta, and gamma for every pixel in our detector image based on where the beam center is located using </a:t>
            </a:r>
            <a:r>
              <a:rPr lang="en-US" dirty="0" err="1"/>
              <a:t>numpy</a:t>
            </a:r>
            <a:r>
              <a:rPr lang="en-US" dirty="0"/>
              <a:t> (multidimensional calculations become reasonably inexpensive and only need to be calculated once after all relevant metadata has been provided).</a:t>
            </a:r>
          </a:p>
        </p:txBody>
      </p:sp>
    </p:spTree>
    <p:extLst>
      <p:ext uri="{BB962C8B-B14F-4D97-AF65-F5344CB8AC3E}">
        <p14:creationId xmlns:p14="http://schemas.microsoft.com/office/powerpoint/2010/main" val="3037933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54ECA-DA8F-E4E6-DD56-5CDF968B986B}"/>
              </a:ext>
            </a:extLst>
          </p:cNvPr>
          <p:cNvSpPr>
            <a:spLocks noGrp="1"/>
          </p:cNvSpPr>
          <p:nvPr>
            <p:ph type="title"/>
          </p:nvPr>
        </p:nvSpPr>
        <p:spPr>
          <a:xfrm>
            <a:off x="221885" y="136525"/>
            <a:ext cx="11770047" cy="767715"/>
          </a:xfrm>
        </p:spPr>
        <p:txBody>
          <a:bodyPr/>
          <a:lstStyle/>
          <a:p>
            <a:r>
              <a:rPr lang="en-US" dirty="0"/>
              <a:t>Simplify to our typical CD-SAXS case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5B8A432-5EDE-A089-73B1-A020F0410B96}"/>
                  </a:ext>
                </a:extLst>
              </p:cNvPr>
              <p:cNvSpPr>
                <a:spLocks noGrp="1"/>
              </p:cNvSpPr>
              <p:nvPr>
                <p:ph idx="1"/>
              </p:nvPr>
            </p:nvSpPr>
            <p:spPr>
              <a:xfrm>
                <a:off x="221885" y="904240"/>
                <a:ext cx="11770046" cy="5262925"/>
              </a:xfrm>
            </p:spPr>
            <p:txBody>
              <a:bodyPr/>
              <a:lstStyle/>
              <a:p>
                <a:r>
                  <a:rPr lang="en-US" dirty="0"/>
                  <a:t>Assume sample is only rotated </a:t>
                </a:r>
                <a14:m>
                  <m:oMath xmlns:m="http://schemas.openxmlformats.org/officeDocument/2006/math">
                    <m:r>
                      <a:rPr lang="en-US" b="0" i="1" smtClean="0">
                        <a:latin typeface="Cambria Math" panose="02040503050406030204" pitchFamily="18" charset="0"/>
                      </a:rPr>
                      <m:t>𝜙</m:t>
                    </m:r>
                  </m:oMath>
                </a14:m>
                <a:r>
                  <a:rPr lang="en-US" dirty="0"/>
                  <a:t> about y-axis</a:t>
                </a:r>
              </a:p>
              <a:p>
                <a:r>
                  <a:rPr lang="en-US" dirty="0"/>
                  <a:t>Assume that we only take data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𝑑𝑦</m:t>
                        </m:r>
                      </m:sub>
                    </m:sSub>
                    <m:r>
                      <a:rPr lang="en-US" b="0" i="1" smtClean="0">
                        <a:latin typeface="Cambria Math" panose="02040503050406030204" pitchFamily="18" charset="0"/>
                      </a:rPr>
                      <m:t>=0</m:t>
                    </m:r>
                  </m:oMath>
                </a14:m>
                <a:r>
                  <a:rPr lang="en-US" dirty="0"/>
                  <a:t> (so </a:t>
                </a:r>
                <a14:m>
                  <m:oMath xmlns:m="http://schemas.openxmlformats.org/officeDocument/2006/math">
                    <m:r>
                      <a:rPr lang="en-US" b="0" i="1" smtClean="0">
                        <a:latin typeface="Cambria Math" panose="02040503050406030204" pitchFamily="18" charset="0"/>
                      </a:rPr>
                      <m:t>𝛿</m:t>
                    </m:r>
                    <m:r>
                      <a:rPr lang="en-US" b="0" i="1" smtClean="0">
                        <a:latin typeface="Cambria Math" panose="02040503050406030204" pitchFamily="18" charset="0"/>
                      </a:rPr>
                      <m:t>=0</m:t>
                    </m:r>
                  </m:oMath>
                </a14:m>
                <a:r>
                  <a:rPr lang="en-US" dirty="0"/>
                  <a:t>)  </a:t>
                </a:r>
              </a:p>
              <a:p>
                <a:r>
                  <a:rPr lang="en-US" dirty="0"/>
                  <a:t>Red goes to 0, blue goes to 1</a:t>
                </a:r>
              </a:p>
            </p:txBody>
          </p:sp>
        </mc:Choice>
        <mc:Fallback xmlns="">
          <p:sp>
            <p:nvSpPr>
              <p:cNvPr id="3" name="Content Placeholder 2">
                <a:extLst>
                  <a:ext uri="{FF2B5EF4-FFF2-40B4-BE49-F238E27FC236}">
                    <a16:creationId xmlns:a16="http://schemas.microsoft.com/office/drawing/2014/main" id="{C5B8A432-5EDE-A089-73B1-A020F0410B96}"/>
                  </a:ext>
                </a:extLst>
              </p:cNvPr>
              <p:cNvSpPr>
                <a:spLocks noGrp="1" noRot="1" noChangeAspect="1" noMove="1" noResize="1" noEditPoints="1" noAdjustHandles="1" noChangeArrowheads="1" noChangeShapeType="1" noTextEdit="1"/>
              </p:cNvSpPr>
              <p:nvPr>
                <p:ph idx="1"/>
              </p:nvPr>
            </p:nvSpPr>
            <p:spPr>
              <a:xfrm>
                <a:off x="221885" y="904240"/>
                <a:ext cx="11770046" cy="5262925"/>
              </a:xfrm>
              <a:blipFill>
                <a:blip r:embed="rId2"/>
                <a:stretch>
                  <a:fillRect l="-932" t="-19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28910D8-487A-296E-4C57-05A6386CC2FD}"/>
                  </a:ext>
                </a:extLst>
              </p:cNvPr>
              <p:cNvSpPr txBox="1"/>
              <p:nvPr/>
            </p:nvSpPr>
            <p:spPr>
              <a:xfrm>
                <a:off x="84490" y="2504960"/>
                <a:ext cx="12467259" cy="7825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m:t>
                          </m:r>
                        </m:sub>
                      </m:sSub>
                      <m:r>
                        <a:rPr lang="en-US" sz="1600" b="0" i="1" smtClean="0">
                          <a:latin typeface="Cambria Math" panose="02040503050406030204" pitchFamily="18" charset="0"/>
                        </a:rPr>
                        <m:t>=</m:t>
                      </m:r>
                      <m:d>
                        <m:dPr>
                          <m:begChr m:val="["/>
                          <m:endChr m:val="]"/>
                          <m:ctrlPr>
                            <a:rPr lang="en-US" sz="1600" b="0" i="1" smtClean="0">
                              <a:latin typeface="Cambria Math" panose="02040503050406030204" pitchFamily="18" charset="0"/>
                            </a:rPr>
                          </m:ctrlPr>
                        </m:dPr>
                        <m:e>
                          <m:m>
                            <m:mPr>
                              <m:mcs>
                                <m:mc>
                                  <m:mcPr>
                                    <m:count m:val="1"/>
                                    <m:mcJc m:val="center"/>
                                  </m:mcPr>
                                </m:mc>
                              </m:mcs>
                              <m:ctrlPr>
                                <a:rPr lang="en-US" sz="1600" b="0" i="1" smtClean="0">
                                  <a:latin typeface="Cambria Math" panose="02040503050406030204" pitchFamily="18" charset="0"/>
                                </a:rPr>
                              </m:ctrlPr>
                            </m:mPr>
                            <m:m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𝑠𝑥</m:t>
                                    </m:r>
                                  </m:sub>
                                </m:sSub>
                              </m:e>
                            </m:mr>
                            <m:m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𝑠𝑦</m:t>
                                    </m:r>
                                  </m:sub>
                                </m:sSub>
                              </m:e>
                            </m:mr>
                            <m:m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𝑠𝑧</m:t>
                                    </m:r>
                                  </m:sub>
                                </m:sSub>
                              </m:e>
                            </m:mr>
                          </m:m>
                        </m:e>
                      </m:d>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𝑘</m:t>
                          </m:r>
                        </m:e>
                        <m:sub>
                          <m:r>
                            <a:rPr lang="en-US" sz="1600" b="0" i="1" smtClean="0">
                              <a:latin typeface="Cambria Math" panose="02040503050406030204" pitchFamily="18" charset="0"/>
                            </a:rPr>
                            <m:t>𝑜</m:t>
                          </m:r>
                        </m:sub>
                      </m:sSub>
                      <m:d>
                        <m:dPr>
                          <m:begChr m:val="["/>
                          <m:endChr m:val="]"/>
                          <m:ctrlPr>
                            <a:rPr lang="en-US" sz="1600" i="1" smtClean="0">
                              <a:latin typeface="Cambria Math" panose="02040503050406030204" pitchFamily="18" charset="0"/>
                            </a:rPr>
                          </m:ctrlPr>
                        </m:dPr>
                        <m:e>
                          <m:m>
                            <m:mPr>
                              <m:mcs>
                                <m:mc>
                                  <m:mcPr>
                                    <m:count m:val="3"/>
                                    <m:mcJc m:val="center"/>
                                  </m:mcPr>
                                </m:mc>
                              </m:mcs>
                              <m:ctrlPr>
                                <a:rPr lang="en-US" sz="1600" i="1" smtClean="0">
                                  <a:latin typeface="Cambria Math" panose="02040503050406030204" pitchFamily="18" charset="0"/>
                                </a:rPr>
                              </m:ctrlPr>
                            </m:mPr>
                            <m:mr>
                              <m:e>
                                <m:func>
                                  <m:funcPr>
                                    <m:ctrlPr>
                                      <a:rPr lang="en-US" sz="1600" b="0" i="1" smtClean="0">
                                        <a:solidFill>
                                          <a:srgbClr val="0070C0"/>
                                        </a:solidFill>
                                        <a:latin typeface="Cambria Math" panose="02040503050406030204" pitchFamily="18" charset="0"/>
                                      </a:rPr>
                                    </m:ctrlPr>
                                  </m:funcPr>
                                  <m:fName>
                                    <m:r>
                                      <m:rPr>
                                        <m:sty m:val="p"/>
                                        <m:brk m:alnAt="7"/>
                                      </m:rPr>
                                      <a:rPr lang="en-US" sz="1600" b="0" i="0" smtClean="0">
                                        <a:solidFill>
                                          <a:srgbClr val="0070C0"/>
                                        </a:solidFill>
                                        <a:latin typeface="Cambria Math" panose="02040503050406030204" pitchFamily="18" charset="0"/>
                                      </a:rPr>
                                      <m:t>c</m:t>
                                    </m:r>
                                    <m:r>
                                      <m:rPr>
                                        <m:sty m:val="p"/>
                                      </m:rPr>
                                      <a:rPr lang="en-US" sz="1600" b="0" i="0" smtClean="0">
                                        <a:solidFill>
                                          <a:srgbClr val="0070C0"/>
                                        </a:solidFill>
                                        <a:latin typeface="Cambria Math" panose="02040503050406030204" pitchFamily="18" charset="0"/>
                                      </a:rPr>
                                      <m:t>os</m:t>
                                    </m:r>
                                  </m:fName>
                                  <m:e>
                                    <m:d>
                                      <m:dPr>
                                        <m:ctrlPr>
                                          <a:rPr lang="en-US" sz="1600" b="0" i="1" smtClean="0">
                                            <a:solidFill>
                                              <a:srgbClr val="0070C0"/>
                                            </a:solidFill>
                                            <a:latin typeface="Cambria Math" panose="02040503050406030204" pitchFamily="18" charset="0"/>
                                          </a:rPr>
                                        </m:ctrlPr>
                                      </m:dPr>
                                      <m:e>
                                        <m:r>
                                          <a:rPr lang="en-US" sz="1600" b="0" i="1" smtClean="0">
                                            <a:solidFill>
                                              <a:srgbClr val="0070C0"/>
                                            </a:solidFill>
                                            <a:latin typeface="Cambria Math" panose="02040503050406030204" pitchFamily="18" charset="0"/>
                                          </a:rPr>
                                          <m:t>𝜒</m:t>
                                        </m:r>
                                      </m:e>
                                    </m:d>
                                  </m:e>
                                </m:func>
                                <m:r>
                                  <m:rPr>
                                    <m:sty m:val="p"/>
                                    <m:brk m:alnAt="7"/>
                                  </m:rPr>
                                  <a:rPr lang="en-US" sz="1600" b="0" i="0" smtClean="0">
                                    <a:latin typeface="Cambria Math" panose="02040503050406030204" pitchFamily="18" charset="0"/>
                                  </a:rPr>
                                  <m:t>c</m:t>
                                </m:r>
                                <m:r>
                                  <m:rPr>
                                    <m:sty m:val="p"/>
                                  </m:rPr>
                                  <a:rPr lang="en-US" sz="1600" b="0" i="0" smtClean="0">
                                    <a:latin typeface="Cambria Math" panose="02040503050406030204" pitchFamily="18" charset="0"/>
                                  </a:rPr>
                                  <m:t>os</m:t>
                                </m:r>
                                <m:r>
                                  <m:rPr>
                                    <m:brk m:alnAt="7"/>
                                  </m:rPr>
                                  <a:rPr lang="en-US" sz="1600" b="0" i="1" smtClean="0">
                                    <a:latin typeface="Cambria Math" panose="02040503050406030204" pitchFamily="18" charset="0"/>
                                  </a:rPr>
                                  <m:t>⁡</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e>
                                <m:func>
                                  <m:funcPr>
                                    <m:ctrlPr>
                                      <a:rPr lang="en-US" sz="1600" b="0" i="1" smtClean="0">
                                        <a:solidFill>
                                          <a:srgbClr val="FF0000"/>
                                        </a:solidFill>
                                        <a:latin typeface="Cambria Math" panose="02040503050406030204" pitchFamily="18" charset="0"/>
                                      </a:rPr>
                                    </m:ctrlPr>
                                  </m:funcPr>
                                  <m:fName>
                                    <m:r>
                                      <m:rPr>
                                        <m:sty m:val="p"/>
                                      </m:rPr>
                                      <a:rPr lang="en-US" sz="1600" b="0" i="0" smtClean="0">
                                        <a:solidFill>
                                          <a:srgbClr val="FF0000"/>
                                        </a:solidFill>
                                        <a:latin typeface="Cambria Math" panose="02040503050406030204" pitchFamily="18" charset="0"/>
                                      </a:rPr>
                                      <m:t>sin</m:t>
                                    </m:r>
                                  </m:fName>
                                  <m:e>
                                    <m:d>
                                      <m:dPr>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𝜒</m:t>
                                        </m:r>
                                      </m:e>
                                    </m:d>
                                  </m:e>
                                </m:func>
                              </m:e>
                              <m:e>
                                <m:r>
                                  <a:rPr lang="en-US" sz="1600" b="0" i="1" smtClean="0">
                                    <a:latin typeface="Cambria Math" panose="02040503050406030204" pitchFamily="18" charset="0"/>
                                  </a:rPr>
                                  <m:t>−</m:t>
                                </m:r>
                                <m:func>
                                  <m:funcPr>
                                    <m:ctrlPr>
                                      <a:rPr lang="en-US" sz="1600" b="0" i="1" smtClean="0">
                                        <a:solidFill>
                                          <a:srgbClr val="0070C0"/>
                                        </a:solidFill>
                                        <a:latin typeface="Cambria Math" panose="02040503050406030204" pitchFamily="18" charset="0"/>
                                      </a:rPr>
                                    </m:ctrlPr>
                                  </m:funcPr>
                                  <m:fName>
                                    <m:r>
                                      <m:rPr>
                                        <m:sty m:val="p"/>
                                      </m:rPr>
                                      <a:rPr lang="en-US" sz="1600" b="0" i="0" smtClean="0">
                                        <a:solidFill>
                                          <a:srgbClr val="0070C0"/>
                                        </a:solidFill>
                                        <a:latin typeface="Cambria Math" panose="02040503050406030204" pitchFamily="18" charset="0"/>
                                      </a:rPr>
                                      <m:t>cos</m:t>
                                    </m:r>
                                  </m:fName>
                                  <m:e>
                                    <m:d>
                                      <m:dPr>
                                        <m:ctrlPr>
                                          <a:rPr lang="en-US" sz="1600" b="0" i="1" smtClean="0">
                                            <a:solidFill>
                                              <a:srgbClr val="0070C0"/>
                                            </a:solidFill>
                                            <a:latin typeface="Cambria Math" panose="02040503050406030204" pitchFamily="18" charset="0"/>
                                          </a:rPr>
                                        </m:ctrlPr>
                                      </m:dPr>
                                      <m:e>
                                        <m:r>
                                          <a:rPr lang="en-US" sz="1600" b="0" i="1" smtClean="0">
                                            <a:solidFill>
                                              <a:srgbClr val="0070C0"/>
                                            </a:solidFill>
                                            <a:latin typeface="Cambria Math" panose="02040503050406030204" pitchFamily="18" charset="0"/>
                                          </a:rPr>
                                          <m:t>𝜒</m:t>
                                        </m:r>
                                      </m:e>
                                    </m:d>
                                  </m:e>
                                </m:func>
                                <m:r>
                                  <m:rPr>
                                    <m:sty m:val="p"/>
                                  </m:rPr>
                                  <a:rPr lang="en-US" sz="1600" b="0" i="0" smtClean="0">
                                    <a:latin typeface="Cambria Math" panose="02040503050406030204" pitchFamily="18" charset="0"/>
                                  </a:rPr>
                                  <m:t>sin</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mr>
                            <m:mr>
                              <m:e>
                                <m:func>
                                  <m:funcPr>
                                    <m:ctrlPr>
                                      <a:rPr lang="en-US" sz="1600" b="0" i="1" smtClean="0">
                                        <a:solidFill>
                                          <a:srgbClr val="FF0000"/>
                                        </a:solidFill>
                                        <a:latin typeface="Cambria Math" panose="02040503050406030204" pitchFamily="18" charset="0"/>
                                      </a:rPr>
                                    </m:ctrlPr>
                                  </m:funcPr>
                                  <m:fName>
                                    <m:r>
                                      <a:rPr lang="en-US" sz="1600" b="0" i="0" smtClean="0">
                                        <a:solidFill>
                                          <a:srgbClr val="FF0000"/>
                                        </a:solidFill>
                                        <a:latin typeface="Cambria Math" panose="02040503050406030204" pitchFamily="18" charset="0"/>
                                      </a:rPr>
                                      <m:t>−</m:t>
                                    </m:r>
                                    <m:r>
                                      <m:rPr>
                                        <m:sty m:val="p"/>
                                      </m:rPr>
                                      <a:rPr lang="en-US" sz="1600" b="0" i="0" smtClean="0">
                                        <a:solidFill>
                                          <a:srgbClr val="FF0000"/>
                                        </a:solidFill>
                                        <a:latin typeface="Cambria Math" panose="02040503050406030204" pitchFamily="18" charset="0"/>
                                      </a:rPr>
                                      <m:t>cos</m:t>
                                    </m:r>
                                  </m:fName>
                                  <m:e>
                                    <m:d>
                                      <m:dPr>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𝜔</m:t>
                                        </m:r>
                                      </m:e>
                                    </m:d>
                                  </m:e>
                                </m:func>
                                <m:func>
                                  <m:funcPr>
                                    <m:ctrlPr>
                                      <a:rPr lang="en-US" sz="1600" b="0" i="1" smtClean="0">
                                        <a:solidFill>
                                          <a:srgbClr val="FF0000"/>
                                        </a:solidFill>
                                        <a:latin typeface="Cambria Math" panose="02040503050406030204" pitchFamily="18" charset="0"/>
                                      </a:rPr>
                                    </m:ctrlPr>
                                  </m:funcPr>
                                  <m:fName>
                                    <m:r>
                                      <m:rPr>
                                        <m:sty m:val="p"/>
                                      </m:rPr>
                                      <a:rPr lang="en-US" sz="1600" b="0" i="0" smtClean="0">
                                        <a:solidFill>
                                          <a:srgbClr val="FF0000"/>
                                        </a:solidFill>
                                        <a:latin typeface="Cambria Math" panose="02040503050406030204" pitchFamily="18" charset="0"/>
                                      </a:rPr>
                                      <m:t>sin</m:t>
                                    </m:r>
                                  </m:fName>
                                  <m:e>
                                    <m:d>
                                      <m:dPr>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𝜒</m:t>
                                        </m:r>
                                      </m:e>
                                    </m:d>
                                  </m:e>
                                </m:func>
                                <m:func>
                                  <m:funcPr>
                                    <m:ctrlPr>
                                      <a:rPr lang="en-US" sz="1600" b="0" i="1" smtClean="0">
                                        <a:solidFill>
                                          <a:srgbClr val="FF0000"/>
                                        </a:solidFill>
                                        <a:latin typeface="Cambria Math" panose="02040503050406030204" pitchFamily="18" charset="0"/>
                                      </a:rPr>
                                    </m:ctrlPr>
                                  </m:funcPr>
                                  <m:fName>
                                    <m:r>
                                      <m:rPr>
                                        <m:sty m:val="p"/>
                                      </m:rPr>
                                      <a:rPr lang="en-US" sz="1600" b="0" i="0" smtClean="0">
                                        <a:solidFill>
                                          <a:srgbClr val="FF0000"/>
                                        </a:solidFill>
                                        <a:latin typeface="Cambria Math" panose="02040503050406030204" pitchFamily="18" charset="0"/>
                                      </a:rPr>
                                      <m:t>cos</m:t>
                                    </m:r>
                                  </m:fName>
                                  <m:e>
                                    <m:d>
                                      <m:dPr>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𝜙</m:t>
                                        </m:r>
                                      </m:e>
                                    </m:d>
                                  </m:e>
                                </m:func>
                                <m:r>
                                  <a:rPr lang="en-US" sz="1600" b="0" i="1" smtClean="0">
                                    <a:solidFill>
                                      <a:srgbClr val="FF0000"/>
                                    </a:solidFill>
                                    <a:latin typeface="Cambria Math" panose="02040503050406030204" pitchFamily="18" charset="0"/>
                                  </a:rPr>
                                  <m:t>+</m:t>
                                </m:r>
                                <m:func>
                                  <m:funcPr>
                                    <m:ctrlPr>
                                      <a:rPr lang="en-US" sz="1600" b="0" i="1" smtClean="0">
                                        <a:solidFill>
                                          <a:srgbClr val="FF0000"/>
                                        </a:solidFill>
                                        <a:latin typeface="Cambria Math" panose="02040503050406030204" pitchFamily="18" charset="0"/>
                                      </a:rPr>
                                    </m:ctrlPr>
                                  </m:funcPr>
                                  <m:fName>
                                    <m:r>
                                      <m:rPr>
                                        <m:sty m:val="p"/>
                                      </m:rPr>
                                      <a:rPr lang="en-US" sz="1600" b="0" i="0" smtClean="0">
                                        <a:solidFill>
                                          <a:srgbClr val="FF0000"/>
                                        </a:solidFill>
                                        <a:latin typeface="Cambria Math" panose="02040503050406030204" pitchFamily="18" charset="0"/>
                                      </a:rPr>
                                      <m:t>sin</m:t>
                                    </m:r>
                                  </m:fName>
                                  <m:e>
                                    <m:d>
                                      <m:dPr>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𝜔</m:t>
                                        </m:r>
                                      </m:e>
                                    </m:d>
                                  </m:e>
                                </m:func>
                                <m:r>
                                  <m:rPr>
                                    <m:sty m:val="p"/>
                                  </m:rPr>
                                  <a:rPr lang="en-US" sz="1600" b="0" i="0" smtClean="0">
                                    <a:solidFill>
                                      <a:srgbClr val="FF0000"/>
                                    </a:solidFill>
                                    <a:latin typeface="Cambria Math" panose="02040503050406030204" pitchFamily="18" charset="0"/>
                                  </a:rPr>
                                  <m:t>sin</m:t>
                                </m:r>
                                <m:r>
                                  <a:rPr lang="en-US" sz="1600" b="0" i="1" smtClean="0">
                                    <a:solidFill>
                                      <a:srgbClr val="FF0000"/>
                                    </a:solidFill>
                                    <a:latin typeface="Cambria Math" panose="02040503050406030204" pitchFamily="18" charset="0"/>
                                  </a:rPr>
                                  <m:t>⁡(</m:t>
                                </m:r>
                                <m:r>
                                  <a:rPr lang="en-US" sz="1600" b="0" i="1" smtClean="0">
                                    <a:solidFill>
                                      <a:srgbClr val="FF0000"/>
                                    </a:solidFill>
                                    <a:latin typeface="Cambria Math" panose="02040503050406030204" pitchFamily="18" charset="0"/>
                                  </a:rPr>
                                  <m:t>𝜙</m:t>
                                </m:r>
                                <m:r>
                                  <a:rPr lang="en-US" sz="1600" b="0" i="1" smtClean="0">
                                    <a:solidFill>
                                      <a:srgbClr val="FF0000"/>
                                    </a:solidFill>
                                    <a:latin typeface="Cambria Math" panose="02040503050406030204" pitchFamily="18" charset="0"/>
                                  </a:rPr>
                                  <m:t>)</m:t>
                                </m:r>
                              </m:e>
                              <m:e>
                                <m:func>
                                  <m:funcPr>
                                    <m:ctrlPr>
                                      <a:rPr lang="en-US" sz="1600" i="1" smtClean="0">
                                        <a:solidFill>
                                          <a:srgbClr val="0070C0"/>
                                        </a:solidFill>
                                        <a:latin typeface="Cambria Math" panose="02040503050406030204" pitchFamily="18" charset="0"/>
                                      </a:rPr>
                                    </m:ctrlPr>
                                  </m:funcPr>
                                  <m:fName>
                                    <m:r>
                                      <m:rPr>
                                        <m:sty m:val="p"/>
                                      </m:rPr>
                                      <a:rPr lang="en-US" sz="1600">
                                        <a:solidFill>
                                          <a:srgbClr val="0070C0"/>
                                        </a:solidFill>
                                        <a:latin typeface="Cambria Math" panose="02040503050406030204" pitchFamily="18" charset="0"/>
                                      </a:rPr>
                                      <m:t>cos</m:t>
                                    </m:r>
                                  </m:fName>
                                  <m:e>
                                    <m:d>
                                      <m:dPr>
                                        <m:ctrlPr>
                                          <a:rPr lang="en-US" sz="1600" i="1" smtClean="0">
                                            <a:solidFill>
                                              <a:srgbClr val="0070C0"/>
                                            </a:solidFill>
                                            <a:latin typeface="Cambria Math" panose="02040503050406030204" pitchFamily="18" charset="0"/>
                                          </a:rPr>
                                        </m:ctrlPr>
                                      </m:dPr>
                                      <m:e>
                                        <m:r>
                                          <a:rPr lang="en-US" sz="1600" b="0" i="1" smtClean="0">
                                            <a:solidFill>
                                              <a:srgbClr val="0070C0"/>
                                            </a:solidFill>
                                            <a:latin typeface="Cambria Math" panose="02040503050406030204" pitchFamily="18" charset="0"/>
                                          </a:rPr>
                                          <m:t>𝜔</m:t>
                                        </m:r>
                                      </m:e>
                                    </m:d>
                                  </m:e>
                                </m:func>
                                <m:func>
                                  <m:funcPr>
                                    <m:ctrlPr>
                                      <a:rPr lang="en-US" sz="1600" b="0" i="1" smtClean="0">
                                        <a:solidFill>
                                          <a:srgbClr val="0070C0"/>
                                        </a:solidFill>
                                        <a:latin typeface="Cambria Math" panose="02040503050406030204" pitchFamily="18" charset="0"/>
                                      </a:rPr>
                                    </m:ctrlPr>
                                  </m:funcPr>
                                  <m:fName>
                                    <m:r>
                                      <m:rPr>
                                        <m:sty m:val="p"/>
                                      </m:rPr>
                                      <a:rPr lang="en-US" sz="1600" b="0" i="0" smtClean="0">
                                        <a:solidFill>
                                          <a:srgbClr val="0070C0"/>
                                        </a:solidFill>
                                        <a:latin typeface="Cambria Math" panose="02040503050406030204" pitchFamily="18" charset="0"/>
                                      </a:rPr>
                                      <m:t>cos</m:t>
                                    </m:r>
                                  </m:fName>
                                  <m:e>
                                    <m:d>
                                      <m:dPr>
                                        <m:ctrlPr>
                                          <a:rPr lang="en-US" sz="1600" b="0" i="1" smtClean="0">
                                            <a:solidFill>
                                              <a:srgbClr val="0070C0"/>
                                            </a:solidFill>
                                            <a:latin typeface="Cambria Math" panose="02040503050406030204" pitchFamily="18" charset="0"/>
                                          </a:rPr>
                                        </m:ctrlPr>
                                      </m:dPr>
                                      <m:e>
                                        <m:r>
                                          <a:rPr lang="en-US" sz="1600" b="0" i="1" smtClean="0">
                                            <a:solidFill>
                                              <a:srgbClr val="0070C0"/>
                                            </a:solidFill>
                                            <a:latin typeface="Cambria Math" panose="02040503050406030204" pitchFamily="18" charset="0"/>
                                          </a:rPr>
                                          <m:t>𝜒</m:t>
                                        </m:r>
                                      </m:e>
                                    </m:d>
                                  </m:e>
                                </m:func>
                              </m:e>
                              <m:e>
                                <m:func>
                                  <m:funcPr>
                                    <m:ctrlPr>
                                      <a:rPr lang="en-US" sz="1600" b="0" i="1" smtClean="0">
                                        <a:solidFill>
                                          <a:srgbClr val="FF0000"/>
                                        </a:solidFill>
                                        <a:latin typeface="Cambria Math" panose="02040503050406030204" pitchFamily="18" charset="0"/>
                                      </a:rPr>
                                    </m:ctrlPr>
                                  </m:funcPr>
                                  <m:fName>
                                    <m:r>
                                      <m:rPr>
                                        <m:sty m:val="p"/>
                                      </m:rPr>
                                      <a:rPr lang="en-US" sz="1600" b="0" i="0" smtClean="0">
                                        <a:solidFill>
                                          <a:srgbClr val="FF0000"/>
                                        </a:solidFill>
                                        <a:latin typeface="Cambria Math" panose="02040503050406030204" pitchFamily="18" charset="0"/>
                                      </a:rPr>
                                      <m:t>cos</m:t>
                                    </m:r>
                                  </m:fName>
                                  <m:e>
                                    <m:d>
                                      <m:dPr>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𝜔</m:t>
                                        </m:r>
                                      </m:e>
                                    </m:d>
                                  </m:e>
                                </m:func>
                                <m:func>
                                  <m:funcPr>
                                    <m:ctrlPr>
                                      <a:rPr lang="en-US" sz="1600" b="0" i="1" smtClean="0">
                                        <a:solidFill>
                                          <a:srgbClr val="FF0000"/>
                                        </a:solidFill>
                                        <a:latin typeface="Cambria Math" panose="02040503050406030204" pitchFamily="18" charset="0"/>
                                      </a:rPr>
                                    </m:ctrlPr>
                                  </m:funcPr>
                                  <m:fName>
                                    <m:r>
                                      <m:rPr>
                                        <m:sty m:val="p"/>
                                      </m:rPr>
                                      <a:rPr lang="en-US" sz="1600" b="0" i="0" smtClean="0">
                                        <a:solidFill>
                                          <a:srgbClr val="FF0000"/>
                                        </a:solidFill>
                                        <a:latin typeface="Cambria Math" panose="02040503050406030204" pitchFamily="18" charset="0"/>
                                      </a:rPr>
                                      <m:t>sin</m:t>
                                    </m:r>
                                  </m:fName>
                                  <m:e>
                                    <m:d>
                                      <m:dPr>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𝜒</m:t>
                                        </m:r>
                                      </m:e>
                                    </m:d>
                                  </m:e>
                                </m:func>
                                <m:func>
                                  <m:funcPr>
                                    <m:ctrlPr>
                                      <a:rPr lang="en-US" sz="1600" b="0" i="1" smtClean="0">
                                        <a:solidFill>
                                          <a:srgbClr val="FF0000"/>
                                        </a:solidFill>
                                        <a:latin typeface="Cambria Math" panose="02040503050406030204" pitchFamily="18" charset="0"/>
                                      </a:rPr>
                                    </m:ctrlPr>
                                  </m:funcPr>
                                  <m:fName>
                                    <m:r>
                                      <m:rPr>
                                        <m:sty m:val="p"/>
                                      </m:rPr>
                                      <a:rPr lang="en-US" sz="1600" b="0" i="0" smtClean="0">
                                        <a:solidFill>
                                          <a:srgbClr val="FF0000"/>
                                        </a:solidFill>
                                        <a:latin typeface="Cambria Math" panose="02040503050406030204" pitchFamily="18" charset="0"/>
                                      </a:rPr>
                                      <m:t>sin</m:t>
                                    </m:r>
                                  </m:fName>
                                  <m:e>
                                    <m:d>
                                      <m:dPr>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𝜙</m:t>
                                        </m:r>
                                      </m:e>
                                    </m:d>
                                  </m:e>
                                </m:func>
                                <m:r>
                                  <a:rPr lang="en-US" sz="1600" b="0" i="1" smtClean="0">
                                    <a:solidFill>
                                      <a:srgbClr val="FF0000"/>
                                    </a:solidFill>
                                    <a:latin typeface="Cambria Math" panose="02040503050406030204" pitchFamily="18" charset="0"/>
                                  </a:rPr>
                                  <m:t>+</m:t>
                                </m:r>
                                <m:func>
                                  <m:funcPr>
                                    <m:ctrlPr>
                                      <a:rPr lang="en-US" sz="1600" b="0" i="1" smtClean="0">
                                        <a:solidFill>
                                          <a:srgbClr val="FF0000"/>
                                        </a:solidFill>
                                        <a:latin typeface="Cambria Math" panose="02040503050406030204" pitchFamily="18" charset="0"/>
                                      </a:rPr>
                                    </m:ctrlPr>
                                  </m:funcPr>
                                  <m:fName>
                                    <m:r>
                                      <m:rPr>
                                        <m:sty m:val="p"/>
                                      </m:rPr>
                                      <a:rPr lang="en-US" sz="1600" b="0" i="0" smtClean="0">
                                        <a:solidFill>
                                          <a:srgbClr val="FF0000"/>
                                        </a:solidFill>
                                        <a:latin typeface="Cambria Math" panose="02040503050406030204" pitchFamily="18" charset="0"/>
                                      </a:rPr>
                                      <m:t>sin</m:t>
                                    </m:r>
                                  </m:fName>
                                  <m:e>
                                    <m:d>
                                      <m:dPr>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𝜔</m:t>
                                        </m:r>
                                      </m:e>
                                    </m:d>
                                  </m:e>
                                </m:func>
                                <m:r>
                                  <m:rPr>
                                    <m:sty m:val="p"/>
                                  </m:rPr>
                                  <a:rPr lang="en-US" sz="1600" b="0" i="0" smtClean="0">
                                    <a:solidFill>
                                      <a:srgbClr val="FF0000"/>
                                    </a:solidFill>
                                    <a:latin typeface="Cambria Math" panose="02040503050406030204" pitchFamily="18" charset="0"/>
                                  </a:rPr>
                                  <m:t>cos</m:t>
                                </m:r>
                                <m:r>
                                  <a:rPr lang="en-US" sz="1600" b="0" i="1" smtClean="0">
                                    <a:solidFill>
                                      <a:srgbClr val="FF0000"/>
                                    </a:solidFill>
                                    <a:latin typeface="Cambria Math" panose="02040503050406030204" pitchFamily="18" charset="0"/>
                                  </a:rPr>
                                  <m:t>⁡(</m:t>
                                </m:r>
                                <m:r>
                                  <a:rPr lang="en-US" sz="1600" b="0" i="1" smtClean="0">
                                    <a:solidFill>
                                      <a:srgbClr val="FF0000"/>
                                    </a:solidFill>
                                    <a:latin typeface="Cambria Math" panose="02040503050406030204" pitchFamily="18" charset="0"/>
                                  </a:rPr>
                                  <m:t>𝜙</m:t>
                                </m:r>
                                <m:r>
                                  <a:rPr lang="en-US" sz="1600" b="0" i="1" smtClean="0">
                                    <a:solidFill>
                                      <a:srgbClr val="FF0000"/>
                                    </a:solidFill>
                                    <a:latin typeface="Cambria Math" panose="02040503050406030204" pitchFamily="18" charset="0"/>
                                  </a:rPr>
                                  <m:t>)</m:t>
                                </m:r>
                              </m:e>
                            </m:mr>
                            <m:mr>
                              <m:e>
                                <m:func>
                                  <m:funcPr>
                                    <m:ctrlPr>
                                      <a:rPr lang="en-US" sz="1600" b="0" i="1" smtClean="0">
                                        <a:solidFill>
                                          <a:srgbClr val="FF0000"/>
                                        </a:solidFill>
                                        <a:latin typeface="Cambria Math" panose="02040503050406030204" pitchFamily="18" charset="0"/>
                                      </a:rPr>
                                    </m:ctrlPr>
                                  </m:funcPr>
                                  <m:fName>
                                    <m:r>
                                      <a:rPr lang="en-US" sz="1600" b="0" i="0" smtClean="0">
                                        <a:solidFill>
                                          <a:srgbClr val="FF0000"/>
                                        </a:solidFill>
                                        <a:latin typeface="Cambria Math" panose="02040503050406030204" pitchFamily="18" charset="0"/>
                                      </a:rPr>
                                      <m:t>−</m:t>
                                    </m:r>
                                    <m:r>
                                      <m:rPr>
                                        <m:sty m:val="p"/>
                                      </m:rPr>
                                      <a:rPr lang="en-US" sz="1600" b="0" i="0" smtClean="0">
                                        <a:solidFill>
                                          <a:srgbClr val="FF0000"/>
                                        </a:solidFill>
                                        <a:latin typeface="Cambria Math" panose="02040503050406030204" pitchFamily="18" charset="0"/>
                                      </a:rPr>
                                      <m:t>sin</m:t>
                                    </m:r>
                                  </m:fName>
                                  <m:e>
                                    <m:d>
                                      <m:dPr>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𝜔</m:t>
                                        </m:r>
                                      </m:e>
                                    </m:d>
                                  </m:e>
                                </m:func>
                                <m:func>
                                  <m:funcPr>
                                    <m:ctrlPr>
                                      <a:rPr lang="en-US" sz="1600" b="0" i="1" smtClean="0">
                                        <a:solidFill>
                                          <a:srgbClr val="FF0000"/>
                                        </a:solidFill>
                                        <a:latin typeface="Cambria Math" panose="02040503050406030204" pitchFamily="18" charset="0"/>
                                      </a:rPr>
                                    </m:ctrlPr>
                                  </m:funcPr>
                                  <m:fName>
                                    <m:r>
                                      <m:rPr>
                                        <m:sty m:val="p"/>
                                      </m:rPr>
                                      <a:rPr lang="en-US" sz="1600" b="0" i="0" smtClean="0">
                                        <a:solidFill>
                                          <a:srgbClr val="FF0000"/>
                                        </a:solidFill>
                                        <a:latin typeface="Cambria Math" panose="02040503050406030204" pitchFamily="18" charset="0"/>
                                      </a:rPr>
                                      <m:t>sin</m:t>
                                    </m:r>
                                  </m:fName>
                                  <m:e>
                                    <m:d>
                                      <m:dPr>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𝜒</m:t>
                                        </m:r>
                                      </m:e>
                                    </m:d>
                                  </m:e>
                                </m:func>
                                <m:func>
                                  <m:funcPr>
                                    <m:ctrlPr>
                                      <a:rPr lang="en-US" sz="1600" b="0" i="1" smtClean="0">
                                        <a:solidFill>
                                          <a:srgbClr val="FF0000"/>
                                        </a:solidFill>
                                        <a:latin typeface="Cambria Math" panose="02040503050406030204" pitchFamily="18" charset="0"/>
                                      </a:rPr>
                                    </m:ctrlPr>
                                  </m:funcPr>
                                  <m:fName>
                                    <m:r>
                                      <m:rPr>
                                        <m:sty m:val="p"/>
                                      </m:rPr>
                                      <a:rPr lang="en-US" sz="1600" b="0" i="0" smtClean="0">
                                        <a:solidFill>
                                          <a:srgbClr val="FF0000"/>
                                        </a:solidFill>
                                        <a:latin typeface="Cambria Math" panose="02040503050406030204" pitchFamily="18" charset="0"/>
                                      </a:rPr>
                                      <m:t>cos</m:t>
                                    </m:r>
                                  </m:fName>
                                  <m:e>
                                    <m:d>
                                      <m:dPr>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𝜙</m:t>
                                        </m:r>
                                      </m:e>
                                    </m:d>
                                  </m:e>
                                </m:func>
                                <m:r>
                                  <a:rPr lang="en-US" sz="1600" b="0" i="1" smtClean="0">
                                    <a:latin typeface="Cambria Math" panose="02040503050406030204" pitchFamily="18" charset="0"/>
                                  </a:rPr>
                                  <m:t>+</m:t>
                                </m:r>
                                <m:func>
                                  <m:funcPr>
                                    <m:ctrlPr>
                                      <a:rPr lang="en-US" sz="1600" b="0" i="1" smtClean="0">
                                        <a:solidFill>
                                          <a:srgbClr val="0070C0"/>
                                        </a:solidFill>
                                        <a:latin typeface="Cambria Math" panose="02040503050406030204" pitchFamily="18" charset="0"/>
                                      </a:rPr>
                                    </m:ctrlPr>
                                  </m:funcPr>
                                  <m:fName>
                                    <m:r>
                                      <m:rPr>
                                        <m:sty m:val="p"/>
                                      </m:rPr>
                                      <a:rPr lang="en-US" sz="1600" b="0" i="0" smtClean="0">
                                        <a:solidFill>
                                          <a:srgbClr val="0070C0"/>
                                        </a:solidFill>
                                        <a:latin typeface="Cambria Math" panose="02040503050406030204" pitchFamily="18" charset="0"/>
                                      </a:rPr>
                                      <m:t>cos</m:t>
                                    </m:r>
                                  </m:fName>
                                  <m:e>
                                    <m:d>
                                      <m:dPr>
                                        <m:ctrlPr>
                                          <a:rPr lang="en-US" sz="1600" b="0" i="1" smtClean="0">
                                            <a:solidFill>
                                              <a:srgbClr val="0070C0"/>
                                            </a:solidFill>
                                            <a:latin typeface="Cambria Math" panose="02040503050406030204" pitchFamily="18" charset="0"/>
                                          </a:rPr>
                                        </m:ctrlPr>
                                      </m:dPr>
                                      <m:e>
                                        <m:r>
                                          <a:rPr lang="en-US" sz="1600" b="0" i="1" smtClean="0">
                                            <a:solidFill>
                                              <a:srgbClr val="0070C0"/>
                                            </a:solidFill>
                                            <a:latin typeface="Cambria Math" panose="02040503050406030204" pitchFamily="18" charset="0"/>
                                          </a:rPr>
                                          <m:t>𝜔</m:t>
                                        </m:r>
                                      </m:e>
                                    </m:d>
                                  </m:e>
                                </m:func>
                                <m:r>
                                  <m:rPr>
                                    <m:sty m:val="p"/>
                                  </m:rPr>
                                  <a:rPr lang="en-US" sz="1600" b="0" i="0" smtClean="0">
                                    <a:latin typeface="Cambria Math" panose="02040503050406030204" pitchFamily="18" charset="0"/>
                                  </a:rPr>
                                  <m:t>sin</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e>
                                <m:r>
                                  <a:rPr lang="en-US" sz="1600" smtClean="0">
                                    <a:solidFill>
                                      <a:srgbClr val="FF0000"/>
                                    </a:solidFill>
                                    <a:latin typeface="Cambria Math" panose="02040503050406030204" pitchFamily="18" charset="0"/>
                                  </a:rPr>
                                  <m:t>−</m:t>
                                </m:r>
                                <m:func>
                                  <m:funcPr>
                                    <m:ctrlPr>
                                      <a:rPr lang="en-US" sz="1600" i="1">
                                        <a:solidFill>
                                          <a:srgbClr val="FF0000"/>
                                        </a:solidFill>
                                        <a:latin typeface="Cambria Math" panose="02040503050406030204" pitchFamily="18" charset="0"/>
                                      </a:rPr>
                                    </m:ctrlPr>
                                  </m:funcPr>
                                  <m:fName>
                                    <m:r>
                                      <m:rPr>
                                        <m:sty m:val="p"/>
                                      </m:rPr>
                                      <a:rPr lang="en-US" sz="1600">
                                        <a:solidFill>
                                          <a:srgbClr val="FF0000"/>
                                        </a:solidFill>
                                        <a:latin typeface="Cambria Math" panose="02040503050406030204" pitchFamily="18" charset="0"/>
                                      </a:rPr>
                                      <m:t>sin</m:t>
                                    </m:r>
                                  </m:fName>
                                  <m:e>
                                    <m:d>
                                      <m:dPr>
                                        <m:ctrlPr>
                                          <a:rPr lang="en-US" sz="1600" i="1">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𝜔</m:t>
                                        </m:r>
                                      </m:e>
                                    </m:d>
                                  </m:e>
                                </m:func>
                                <m:func>
                                  <m:funcPr>
                                    <m:ctrlPr>
                                      <a:rPr lang="en-US" sz="1600" b="0" i="1" smtClean="0">
                                        <a:solidFill>
                                          <a:srgbClr val="FF0000"/>
                                        </a:solidFill>
                                        <a:latin typeface="Cambria Math" panose="02040503050406030204" pitchFamily="18" charset="0"/>
                                      </a:rPr>
                                    </m:ctrlPr>
                                  </m:funcPr>
                                  <m:fName>
                                    <m:r>
                                      <m:rPr>
                                        <m:sty m:val="p"/>
                                      </m:rPr>
                                      <a:rPr lang="en-US" sz="1600" b="0" i="0" smtClean="0">
                                        <a:solidFill>
                                          <a:srgbClr val="FF0000"/>
                                        </a:solidFill>
                                        <a:latin typeface="Cambria Math" panose="02040503050406030204" pitchFamily="18" charset="0"/>
                                      </a:rPr>
                                      <m:t>cos</m:t>
                                    </m:r>
                                  </m:fName>
                                  <m:e>
                                    <m:d>
                                      <m:dPr>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𝜒</m:t>
                                        </m:r>
                                      </m:e>
                                    </m:d>
                                  </m:e>
                                </m:func>
                              </m:e>
                              <m:e>
                                <m:r>
                                  <a:rPr lang="en-US" sz="1600" b="0" i="1" smtClean="0">
                                    <a:solidFill>
                                      <a:srgbClr val="FF0000"/>
                                    </a:solidFill>
                                    <a:latin typeface="Cambria Math" panose="02040503050406030204" pitchFamily="18" charset="0"/>
                                  </a:rPr>
                                  <m:t>−</m:t>
                                </m:r>
                                <m:func>
                                  <m:funcPr>
                                    <m:ctrlPr>
                                      <a:rPr lang="en-US" sz="1600" b="0" i="1" smtClean="0">
                                        <a:solidFill>
                                          <a:srgbClr val="FF0000"/>
                                        </a:solidFill>
                                        <a:latin typeface="Cambria Math" panose="02040503050406030204" pitchFamily="18" charset="0"/>
                                      </a:rPr>
                                    </m:ctrlPr>
                                  </m:funcPr>
                                  <m:fName>
                                    <m:r>
                                      <m:rPr>
                                        <m:sty m:val="p"/>
                                      </m:rPr>
                                      <a:rPr lang="en-US" sz="1600" i="0" smtClean="0">
                                        <a:solidFill>
                                          <a:srgbClr val="FF0000"/>
                                        </a:solidFill>
                                        <a:latin typeface="Cambria Math" panose="02040503050406030204" pitchFamily="18" charset="0"/>
                                      </a:rPr>
                                      <m:t>sin</m:t>
                                    </m:r>
                                  </m:fName>
                                  <m:e>
                                    <m:d>
                                      <m:dPr>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𝜔</m:t>
                                        </m:r>
                                      </m:e>
                                    </m:d>
                                  </m:e>
                                </m:func>
                                <m:func>
                                  <m:funcPr>
                                    <m:ctrlPr>
                                      <a:rPr lang="en-US" sz="1600" b="0" i="1" smtClean="0">
                                        <a:solidFill>
                                          <a:srgbClr val="FF0000"/>
                                        </a:solidFill>
                                        <a:latin typeface="Cambria Math" panose="02040503050406030204" pitchFamily="18" charset="0"/>
                                      </a:rPr>
                                    </m:ctrlPr>
                                  </m:funcPr>
                                  <m:fName>
                                    <m:r>
                                      <m:rPr>
                                        <m:sty m:val="p"/>
                                      </m:rPr>
                                      <a:rPr lang="en-US" sz="1600" b="0" i="0" smtClean="0">
                                        <a:solidFill>
                                          <a:srgbClr val="FF0000"/>
                                        </a:solidFill>
                                        <a:latin typeface="Cambria Math" panose="02040503050406030204" pitchFamily="18" charset="0"/>
                                      </a:rPr>
                                      <m:t>sin</m:t>
                                    </m:r>
                                  </m:fName>
                                  <m:e>
                                    <m:d>
                                      <m:dPr>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𝜒</m:t>
                                        </m:r>
                                      </m:e>
                                    </m:d>
                                  </m:e>
                                </m:func>
                                <m:func>
                                  <m:funcPr>
                                    <m:ctrlPr>
                                      <a:rPr lang="en-US" sz="1600" b="0" i="1" smtClean="0">
                                        <a:solidFill>
                                          <a:srgbClr val="FF0000"/>
                                        </a:solidFill>
                                        <a:latin typeface="Cambria Math" panose="02040503050406030204" pitchFamily="18" charset="0"/>
                                      </a:rPr>
                                    </m:ctrlPr>
                                  </m:funcPr>
                                  <m:fName>
                                    <m:r>
                                      <m:rPr>
                                        <m:sty m:val="p"/>
                                      </m:rPr>
                                      <a:rPr lang="en-US" sz="1600" b="0" i="0" smtClean="0">
                                        <a:solidFill>
                                          <a:srgbClr val="FF0000"/>
                                        </a:solidFill>
                                        <a:latin typeface="Cambria Math" panose="02040503050406030204" pitchFamily="18" charset="0"/>
                                      </a:rPr>
                                      <m:t>sin</m:t>
                                    </m:r>
                                  </m:fName>
                                  <m:e>
                                    <m:d>
                                      <m:dPr>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𝜙</m:t>
                                        </m:r>
                                      </m:e>
                                    </m:d>
                                  </m:e>
                                </m:func>
                                <m:r>
                                  <a:rPr lang="en-US" sz="1600" b="0" i="1" smtClean="0">
                                    <a:latin typeface="Cambria Math" panose="02040503050406030204" pitchFamily="18" charset="0"/>
                                  </a:rPr>
                                  <m:t>+</m:t>
                                </m:r>
                                <m:func>
                                  <m:funcPr>
                                    <m:ctrlPr>
                                      <a:rPr lang="en-US" sz="1600" b="0" i="1" smtClean="0">
                                        <a:solidFill>
                                          <a:srgbClr val="0070C0"/>
                                        </a:solidFill>
                                        <a:latin typeface="Cambria Math" panose="02040503050406030204" pitchFamily="18" charset="0"/>
                                      </a:rPr>
                                    </m:ctrlPr>
                                  </m:funcPr>
                                  <m:fName>
                                    <m:r>
                                      <m:rPr>
                                        <m:sty m:val="p"/>
                                      </m:rPr>
                                      <a:rPr lang="en-US" sz="1600" b="0" i="0" smtClean="0">
                                        <a:solidFill>
                                          <a:srgbClr val="0070C0"/>
                                        </a:solidFill>
                                        <a:latin typeface="Cambria Math" panose="02040503050406030204" pitchFamily="18" charset="0"/>
                                      </a:rPr>
                                      <m:t>cos</m:t>
                                    </m:r>
                                  </m:fName>
                                  <m:e>
                                    <m:d>
                                      <m:dPr>
                                        <m:ctrlPr>
                                          <a:rPr lang="en-US" sz="1600" b="0" i="1" smtClean="0">
                                            <a:solidFill>
                                              <a:srgbClr val="0070C0"/>
                                            </a:solidFill>
                                            <a:latin typeface="Cambria Math" panose="02040503050406030204" pitchFamily="18" charset="0"/>
                                          </a:rPr>
                                        </m:ctrlPr>
                                      </m:dPr>
                                      <m:e>
                                        <m:r>
                                          <a:rPr lang="en-US" sz="1600" b="0" i="1" smtClean="0">
                                            <a:solidFill>
                                              <a:srgbClr val="0070C0"/>
                                            </a:solidFill>
                                            <a:latin typeface="Cambria Math" panose="02040503050406030204" pitchFamily="18" charset="0"/>
                                          </a:rPr>
                                          <m:t>𝜔</m:t>
                                        </m:r>
                                      </m:e>
                                    </m:d>
                                  </m:e>
                                </m:func>
                                <m:r>
                                  <m:rPr>
                                    <m:sty m:val="p"/>
                                  </m:rPr>
                                  <a:rPr lang="en-US" sz="1600" b="0" i="0" smtClean="0">
                                    <a:latin typeface="Cambria Math" panose="02040503050406030204" pitchFamily="18" charset="0"/>
                                  </a:rPr>
                                  <m:t>cos</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mr>
                          </m:m>
                        </m:e>
                      </m:d>
                      <m:d>
                        <m:dPr>
                          <m:begChr m:val="["/>
                          <m:endChr m:val="]"/>
                          <m:ctrlPr>
                            <a:rPr lang="en-US" sz="1600" b="0" i="1" smtClean="0">
                              <a:latin typeface="Cambria Math" panose="02040503050406030204" pitchFamily="18" charset="0"/>
                            </a:rPr>
                          </m:ctrlPr>
                        </m:dPr>
                        <m:e>
                          <m:m>
                            <m:mPr>
                              <m:mcs>
                                <m:mc>
                                  <m:mcPr>
                                    <m:count m:val="1"/>
                                    <m:mcJc m:val="center"/>
                                  </m:mcPr>
                                </m:mc>
                              </m:mcs>
                              <m:ctrlPr>
                                <a:rPr lang="en-US" sz="1600" b="0" i="1" smtClean="0">
                                  <a:latin typeface="Cambria Math" panose="02040503050406030204" pitchFamily="18" charset="0"/>
                                </a:rPr>
                              </m:ctrlPr>
                            </m:mPr>
                            <m:mr>
                              <m:e>
                                <m:func>
                                  <m:funcPr>
                                    <m:ctrlPr>
                                      <a:rPr lang="en-US" sz="1600" b="0" i="1" smtClean="0">
                                        <a:latin typeface="Cambria Math" panose="02040503050406030204" pitchFamily="18" charset="0"/>
                                      </a:rPr>
                                    </m:ctrlPr>
                                  </m:funcPr>
                                  <m:fName>
                                    <m:r>
                                      <m:rPr>
                                        <m:sty m:val="p"/>
                                        <m:brk m:alnAt="7"/>
                                      </m:rPr>
                                      <a:rPr lang="en-US" sz="1600" b="0" i="0" smtClean="0">
                                        <a:latin typeface="Cambria Math" panose="02040503050406030204" pitchFamily="18" charset="0"/>
                                      </a:rPr>
                                      <m:t>s</m:t>
                                    </m:r>
                                    <m:r>
                                      <m:rPr>
                                        <m:sty m:val="p"/>
                                      </m:rPr>
                                      <a:rPr lang="en-US" sz="1600" b="0" i="0" smtClean="0">
                                        <a:latin typeface="Cambria Math" panose="02040503050406030204" pitchFamily="18" charset="0"/>
                                      </a:rPr>
                                      <m:t>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𝛾</m:t>
                                        </m:r>
                                      </m:e>
                                    </m:d>
                                  </m:e>
                                </m:func>
                                <m:func>
                                  <m:funcPr>
                                    <m:ctrlPr>
                                      <a:rPr lang="en-US" sz="1600" b="0" i="1" smtClean="0">
                                        <a:solidFill>
                                          <a:srgbClr val="0070C0"/>
                                        </a:solidFill>
                                        <a:latin typeface="Cambria Math" panose="02040503050406030204" pitchFamily="18" charset="0"/>
                                      </a:rPr>
                                    </m:ctrlPr>
                                  </m:funcPr>
                                  <m:fName>
                                    <m:r>
                                      <m:rPr>
                                        <m:sty m:val="p"/>
                                        <m:brk m:alnAt="7"/>
                                      </m:rPr>
                                      <a:rPr lang="en-US" sz="1600" b="0" i="0" smtClean="0">
                                        <a:solidFill>
                                          <a:srgbClr val="0070C0"/>
                                        </a:solidFill>
                                        <a:latin typeface="Cambria Math" panose="02040503050406030204" pitchFamily="18" charset="0"/>
                                      </a:rPr>
                                      <m:t>c</m:t>
                                    </m:r>
                                    <m:r>
                                      <m:rPr>
                                        <m:sty m:val="p"/>
                                      </m:rPr>
                                      <a:rPr lang="en-US" sz="1600" b="0" i="0" smtClean="0">
                                        <a:solidFill>
                                          <a:srgbClr val="0070C0"/>
                                        </a:solidFill>
                                        <a:latin typeface="Cambria Math" panose="02040503050406030204" pitchFamily="18" charset="0"/>
                                      </a:rPr>
                                      <m:t>os</m:t>
                                    </m:r>
                                  </m:fName>
                                  <m:e>
                                    <m:d>
                                      <m:dPr>
                                        <m:ctrlPr>
                                          <a:rPr lang="en-US" sz="1600" b="0" i="1" smtClean="0">
                                            <a:solidFill>
                                              <a:srgbClr val="0070C0"/>
                                            </a:solidFill>
                                            <a:latin typeface="Cambria Math" panose="02040503050406030204" pitchFamily="18" charset="0"/>
                                          </a:rPr>
                                        </m:ctrlPr>
                                      </m:dPr>
                                      <m:e>
                                        <m:r>
                                          <a:rPr lang="en-US" sz="1600" b="0" i="1" smtClean="0">
                                            <a:solidFill>
                                              <a:srgbClr val="0070C0"/>
                                            </a:solidFill>
                                            <a:latin typeface="Cambria Math" panose="02040503050406030204" pitchFamily="18" charset="0"/>
                                          </a:rPr>
                                          <m:t>𝛿</m:t>
                                        </m:r>
                                      </m:e>
                                    </m:d>
                                  </m:e>
                                </m:func>
                              </m:e>
                            </m:mr>
                            <m:mr>
                              <m:e>
                                <m:func>
                                  <m:funcPr>
                                    <m:ctrlPr>
                                      <a:rPr lang="en-US" sz="1600" b="0" i="1" smtClean="0">
                                        <a:solidFill>
                                          <a:srgbClr val="FF0000"/>
                                        </a:solidFill>
                                        <a:latin typeface="Cambria Math" panose="02040503050406030204" pitchFamily="18" charset="0"/>
                                      </a:rPr>
                                    </m:ctrlPr>
                                  </m:funcPr>
                                  <m:fName>
                                    <m:r>
                                      <m:rPr>
                                        <m:sty m:val="p"/>
                                      </m:rPr>
                                      <a:rPr lang="en-US" sz="1600" b="0" i="0" smtClean="0">
                                        <a:solidFill>
                                          <a:srgbClr val="FF0000"/>
                                        </a:solidFill>
                                        <a:latin typeface="Cambria Math" panose="02040503050406030204" pitchFamily="18" charset="0"/>
                                      </a:rPr>
                                      <m:t>sin</m:t>
                                    </m:r>
                                  </m:fName>
                                  <m:e>
                                    <m:r>
                                      <m:rPr>
                                        <m:sty m:val="p"/>
                                      </m:rPr>
                                      <a:rPr lang="en-US" sz="1600" b="0" i="1" smtClean="0">
                                        <a:solidFill>
                                          <a:srgbClr val="FF0000"/>
                                        </a:solidFill>
                                        <a:latin typeface="Cambria Math" panose="02040503050406030204" pitchFamily="18" charset="0"/>
                                      </a:rPr>
                                      <m:t>δ</m:t>
                                    </m:r>
                                  </m:e>
                                </m:func>
                              </m:e>
                            </m:mr>
                            <m:m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𝛾</m:t>
                                        </m:r>
                                      </m:e>
                                    </m:d>
                                  </m:e>
                                </m:func>
                                <m:func>
                                  <m:funcPr>
                                    <m:ctrlPr>
                                      <a:rPr lang="en-US" sz="1600" b="0" i="1" smtClean="0">
                                        <a:solidFill>
                                          <a:srgbClr val="0070C0"/>
                                        </a:solidFill>
                                        <a:latin typeface="Cambria Math" panose="02040503050406030204" pitchFamily="18" charset="0"/>
                                      </a:rPr>
                                    </m:ctrlPr>
                                  </m:funcPr>
                                  <m:fName>
                                    <m:r>
                                      <m:rPr>
                                        <m:sty m:val="p"/>
                                      </m:rPr>
                                      <a:rPr lang="en-US" sz="1600" b="0" i="0" smtClean="0">
                                        <a:solidFill>
                                          <a:srgbClr val="0070C0"/>
                                        </a:solidFill>
                                        <a:latin typeface="Cambria Math" panose="02040503050406030204" pitchFamily="18" charset="0"/>
                                      </a:rPr>
                                      <m:t>cos</m:t>
                                    </m:r>
                                  </m:fName>
                                  <m:e>
                                    <m:d>
                                      <m:dPr>
                                        <m:ctrlPr>
                                          <a:rPr lang="en-US" sz="1600" b="0" i="1" smtClean="0">
                                            <a:solidFill>
                                              <a:srgbClr val="0070C0"/>
                                            </a:solidFill>
                                            <a:latin typeface="Cambria Math" panose="02040503050406030204" pitchFamily="18" charset="0"/>
                                          </a:rPr>
                                        </m:ctrlPr>
                                      </m:dPr>
                                      <m:e>
                                        <m:r>
                                          <a:rPr lang="en-US" sz="1600" b="0" i="1" smtClean="0">
                                            <a:solidFill>
                                              <a:srgbClr val="0070C0"/>
                                            </a:solidFill>
                                            <a:latin typeface="Cambria Math" panose="02040503050406030204" pitchFamily="18" charset="0"/>
                                          </a:rPr>
                                          <m:t>𝛿</m:t>
                                        </m:r>
                                      </m:e>
                                    </m:d>
                                  </m:e>
                                </m:func>
                                <m:r>
                                  <a:rPr lang="en-US" sz="1600" b="0" i="1" smtClean="0">
                                    <a:latin typeface="Cambria Math" panose="02040503050406030204" pitchFamily="18" charset="0"/>
                                  </a:rPr>
                                  <m:t>−1</m:t>
                                </m:r>
                              </m:e>
                            </m:mr>
                          </m:m>
                        </m:e>
                      </m:d>
                    </m:oMath>
                  </m:oMathPara>
                </a14:m>
                <a:endParaRPr lang="en-US" sz="1600" dirty="0"/>
              </a:p>
            </p:txBody>
          </p:sp>
        </mc:Choice>
        <mc:Fallback xmlns="">
          <p:sp>
            <p:nvSpPr>
              <p:cNvPr id="5" name="TextBox 4">
                <a:extLst>
                  <a:ext uri="{FF2B5EF4-FFF2-40B4-BE49-F238E27FC236}">
                    <a16:creationId xmlns:a16="http://schemas.microsoft.com/office/drawing/2014/main" id="{C28910D8-487A-296E-4C57-05A6386CC2FD}"/>
                  </a:ext>
                </a:extLst>
              </p:cNvPr>
              <p:cNvSpPr txBox="1">
                <a:spLocks noRot="1" noChangeAspect="1" noMove="1" noResize="1" noEditPoints="1" noAdjustHandles="1" noChangeArrowheads="1" noChangeShapeType="1" noTextEdit="1"/>
              </p:cNvSpPr>
              <p:nvPr/>
            </p:nvSpPr>
            <p:spPr>
              <a:xfrm>
                <a:off x="84490" y="2504960"/>
                <a:ext cx="12467259" cy="782587"/>
              </a:xfrm>
              <a:prstGeom prst="rect">
                <a:avLst/>
              </a:prstGeom>
              <a:blipFill>
                <a:blip r:embed="rId3"/>
                <a:stretch>
                  <a:fillRect b="-7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A8AB84A-8218-A77B-F032-5DAE96219C67}"/>
                  </a:ext>
                </a:extLst>
              </p:cNvPr>
              <p:cNvSpPr txBox="1"/>
              <p:nvPr/>
            </p:nvSpPr>
            <p:spPr>
              <a:xfrm>
                <a:off x="3042920" y="3500142"/>
                <a:ext cx="4615559" cy="7825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m:t>
                          </m:r>
                        </m:sub>
                      </m:sSub>
                      <m:r>
                        <a:rPr lang="en-US" sz="1600" b="0" i="1" smtClean="0">
                          <a:latin typeface="Cambria Math" panose="02040503050406030204" pitchFamily="18" charset="0"/>
                        </a:rPr>
                        <m:t>=</m:t>
                      </m:r>
                      <m:d>
                        <m:dPr>
                          <m:begChr m:val="["/>
                          <m:endChr m:val="]"/>
                          <m:ctrlPr>
                            <a:rPr lang="en-US" sz="1600" b="0" i="1" smtClean="0">
                              <a:latin typeface="Cambria Math" panose="02040503050406030204" pitchFamily="18" charset="0"/>
                            </a:rPr>
                          </m:ctrlPr>
                        </m:dPr>
                        <m:e>
                          <m:m>
                            <m:mPr>
                              <m:mcs>
                                <m:mc>
                                  <m:mcPr>
                                    <m:count m:val="1"/>
                                    <m:mcJc m:val="center"/>
                                  </m:mcPr>
                                </m:mc>
                              </m:mcs>
                              <m:ctrlPr>
                                <a:rPr lang="en-US" sz="1600" b="0" i="1" smtClean="0">
                                  <a:latin typeface="Cambria Math" panose="02040503050406030204" pitchFamily="18" charset="0"/>
                                </a:rPr>
                              </m:ctrlPr>
                            </m:mPr>
                            <m:m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𝑠𝑥</m:t>
                                    </m:r>
                                  </m:sub>
                                </m:sSub>
                              </m:e>
                            </m:mr>
                            <m:m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𝑠𝑦</m:t>
                                    </m:r>
                                  </m:sub>
                                </m:sSub>
                              </m:e>
                            </m:mr>
                            <m:m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𝑠𝑧</m:t>
                                    </m:r>
                                  </m:sub>
                                </m:sSub>
                              </m:e>
                            </m:mr>
                          </m:m>
                        </m:e>
                      </m:d>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𝑘</m:t>
                          </m:r>
                        </m:e>
                        <m:sub>
                          <m:r>
                            <a:rPr lang="en-US" sz="1600" b="0" i="1" smtClean="0">
                              <a:latin typeface="Cambria Math" panose="02040503050406030204" pitchFamily="18" charset="0"/>
                            </a:rPr>
                            <m:t>𝑜</m:t>
                          </m:r>
                        </m:sub>
                      </m:sSub>
                      <m:d>
                        <m:dPr>
                          <m:begChr m:val="["/>
                          <m:endChr m:val="]"/>
                          <m:ctrlPr>
                            <a:rPr lang="en-US" sz="1600" i="1" smtClean="0">
                              <a:latin typeface="Cambria Math" panose="02040503050406030204" pitchFamily="18" charset="0"/>
                            </a:rPr>
                          </m:ctrlPr>
                        </m:dPr>
                        <m:e>
                          <m:m>
                            <m:mPr>
                              <m:mcs>
                                <m:mc>
                                  <m:mcPr>
                                    <m:count m:val="3"/>
                                    <m:mcJc m:val="center"/>
                                  </m:mcPr>
                                </m:mc>
                              </m:mcs>
                              <m:ctrlPr>
                                <a:rPr lang="en-US" sz="1600" i="1">
                                  <a:latin typeface="Cambria Math" panose="02040503050406030204" pitchFamily="18" charset="0"/>
                                </a:rPr>
                              </m:ctrlPr>
                            </m:mPr>
                            <m:mr>
                              <m:e>
                                <m:r>
                                  <m:rPr>
                                    <m:sty m:val="p"/>
                                    <m:brk m:alnAt="7"/>
                                  </m:rPr>
                                  <a:rPr lang="en-US" sz="1600" b="0" i="0" smtClean="0">
                                    <a:latin typeface="Cambria Math" panose="02040503050406030204" pitchFamily="18" charset="0"/>
                                  </a:rPr>
                                  <m:t>c</m:t>
                                </m:r>
                                <m:r>
                                  <m:rPr>
                                    <m:sty m:val="p"/>
                                  </m:rPr>
                                  <a:rPr lang="en-US" sz="1600" b="0" i="0" smtClean="0">
                                    <a:latin typeface="Cambria Math" panose="02040503050406030204" pitchFamily="18" charset="0"/>
                                  </a:rPr>
                                  <m:t>os</m:t>
                                </m:r>
                                <m:r>
                                  <m:rPr>
                                    <m:brk m:alnAt="7"/>
                                  </m:rPr>
                                  <a:rPr lang="en-US" sz="1600" b="0" i="1" smtClean="0">
                                    <a:latin typeface="Cambria Math" panose="02040503050406030204" pitchFamily="18" charset="0"/>
                                  </a:rPr>
                                  <m:t>⁡</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e>
                                <m:r>
                                  <a:rPr lang="en-US" sz="1600" b="0" i="1" smtClean="0">
                                    <a:latin typeface="Cambria Math" panose="02040503050406030204" pitchFamily="18" charset="0"/>
                                  </a:rPr>
                                  <m:t>0</m:t>
                                </m:r>
                              </m:e>
                              <m:e>
                                <m:r>
                                  <a:rPr lang="en-US" sz="1600" b="0" i="1" smtClean="0">
                                    <a:latin typeface="Cambria Math" panose="02040503050406030204" pitchFamily="18" charset="0"/>
                                  </a:rPr>
                                  <m:t>−</m:t>
                                </m:r>
                                <m:r>
                                  <m:rPr>
                                    <m:sty m:val="p"/>
                                  </m:rPr>
                                  <a:rPr lang="en-US" sz="1600" b="0" i="0" smtClean="0">
                                    <a:latin typeface="Cambria Math" panose="02040503050406030204" pitchFamily="18" charset="0"/>
                                  </a:rPr>
                                  <m:t>sin</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mr>
                            <m:mr>
                              <m:e>
                                <m:r>
                                  <a:rPr lang="en-US" sz="1600" b="0" i="1" smtClean="0">
                                    <a:latin typeface="Cambria Math" panose="02040503050406030204" pitchFamily="18" charset="0"/>
                                  </a:rPr>
                                  <m:t>0</m:t>
                                </m:r>
                              </m:e>
                              <m:e>
                                <m:r>
                                  <a:rPr lang="en-US" sz="1600" i="1" smtClean="0">
                                    <a:latin typeface="Cambria Math" panose="02040503050406030204" pitchFamily="18" charset="0"/>
                                  </a:rPr>
                                  <m:t>1</m:t>
                                </m:r>
                              </m:e>
                              <m:e>
                                <m:r>
                                  <a:rPr lang="en-US" sz="1600" b="0" i="1" smtClean="0">
                                    <a:latin typeface="Cambria Math" panose="02040503050406030204" pitchFamily="18" charset="0"/>
                                  </a:rPr>
                                  <m:t>0</m:t>
                                </m:r>
                              </m:e>
                            </m:mr>
                            <m:mr>
                              <m:e>
                                <m:r>
                                  <m:rPr>
                                    <m:sty m:val="p"/>
                                  </m:rPr>
                                  <a:rPr lang="en-US" sz="1600" b="0" i="0" smtClean="0">
                                    <a:latin typeface="Cambria Math" panose="02040503050406030204" pitchFamily="18" charset="0"/>
                                  </a:rPr>
                                  <m:t>sin</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e>
                                <m:r>
                                  <a:rPr lang="en-US" sz="1600" i="1" smtClean="0">
                                    <a:latin typeface="Cambria Math" panose="02040503050406030204" pitchFamily="18" charset="0"/>
                                  </a:rPr>
                                  <m:t>0</m:t>
                                </m:r>
                              </m:e>
                              <m:e>
                                <m:r>
                                  <m:rPr>
                                    <m:sty m:val="p"/>
                                  </m:rPr>
                                  <a:rPr lang="en-US" sz="1600" b="0" i="0" smtClean="0">
                                    <a:latin typeface="Cambria Math" panose="02040503050406030204" pitchFamily="18" charset="0"/>
                                  </a:rPr>
                                  <m:t>cos</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mr>
                          </m:m>
                        </m:e>
                      </m:d>
                      <m:d>
                        <m:dPr>
                          <m:begChr m:val="["/>
                          <m:endChr m:val="]"/>
                          <m:ctrlPr>
                            <a:rPr lang="en-US" sz="1600" b="0" i="1" smtClean="0">
                              <a:latin typeface="Cambria Math" panose="02040503050406030204" pitchFamily="18" charset="0"/>
                            </a:rPr>
                          </m:ctrlPr>
                        </m:dPr>
                        <m:e>
                          <m:m>
                            <m:mPr>
                              <m:mcs>
                                <m:mc>
                                  <m:mcPr>
                                    <m:count m:val="1"/>
                                    <m:mcJc m:val="center"/>
                                  </m:mcPr>
                                </m:mc>
                              </m:mcs>
                              <m:ctrlPr>
                                <a:rPr lang="en-US" sz="1600" b="0" i="1" smtClean="0">
                                  <a:latin typeface="Cambria Math" panose="02040503050406030204" pitchFamily="18" charset="0"/>
                                </a:rPr>
                              </m:ctrlPr>
                            </m:mPr>
                            <m:mr>
                              <m:e>
                                <m:func>
                                  <m:funcPr>
                                    <m:ctrlPr>
                                      <a:rPr lang="en-US" sz="1600" b="0" i="1" smtClean="0">
                                        <a:latin typeface="Cambria Math" panose="02040503050406030204" pitchFamily="18" charset="0"/>
                                      </a:rPr>
                                    </m:ctrlPr>
                                  </m:funcPr>
                                  <m:fName>
                                    <m:r>
                                      <m:rPr>
                                        <m:sty m:val="p"/>
                                        <m:brk m:alnAt="7"/>
                                      </m:rPr>
                                      <a:rPr lang="en-US" sz="1600" b="0" i="0" smtClean="0">
                                        <a:latin typeface="Cambria Math" panose="02040503050406030204" pitchFamily="18" charset="0"/>
                                      </a:rPr>
                                      <m:t>s</m:t>
                                    </m:r>
                                    <m:r>
                                      <m:rPr>
                                        <m:sty m:val="p"/>
                                      </m:rPr>
                                      <a:rPr lang="en-US" sz="1600" b="0" i="0" smtClean="0">
                                        <a:latin typeface="Cambria Math" panose="02040503050406030204" pitchFamily="18" charset="0"/>
                                      </a:rPr>
                                      <m:t>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𝛾</m:t>
                                        </m:r>
                                      </m:e>
                                    </m:d>
                                  </m:e>
                                </m:func>
                              </m:e>
                            </m:mr>
                            <m:mr>
                              <m:e>
                                <m:r>
                                  <a:rPr lang="en-US" sz="1600" b="0" i="1" smtClean="0">
                                    <a:latin typeface="Cambria Math" panose="02040503050406030204" pitchFamily="18" charset="0"/>
                                  </a:rPr>
                                  <m:t>0</m:t>
                                </m:r>
                              </m:e>
                            </m:mr>
                            <m:m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𝛾</m:t>
                                        </m:r>
                                      </m:e>
                                    </m:d>
                                  </m:e>
                                </m:func>
                                <m:r>
                                  <a:rPr lang="en-US" sz="1600" b="0" i="1" smtClean="0">
                                    <a:latin typeface="Cambria Math" panose="02040503050406030204" pitchFamily="18" charset="0"/>
                                  </a:rPr>
                                  <m:t>−1</m:t>
                                </m:r>
                              </m:e>
                            </m:mr>
                          </m:m>
                        </m:e>
                      </m:d>
                    </m:oMath>
                  </m:oMathPara>
                </a14:m>
                <a:endParaRPr lang="en-US" sz="1600" dirty="0"/>
              </a:p>
            </p:txBody>
          </p:sp>
        </mc:Choice>
        <mc:Fallback xmlns="">
          <p:sp>
            <p:nvSpPr>
              <p:cNvPr id="6" name="TextBox 5">
                <a:extLst>
                  <a:ext uri="{FF2B5EF4-FFF2-40B4-BE49-F238E27FC236}">
                    <a16:creationId xmlns:a16="http://schemas.microsoft.com/office/drawing/2014/main" id="{2A8AB84A-8218-A77B-F032-5DAE96219C67}"/>
                  </a:ext>
                </a:extLst>
              </p:cNvPr>
              <p:cNvSpPr txBox="1">
                <a:spLocks noRot="1" noChangeAspect="1" noMove="1" noResize="1" noEditPoints="1" noAdjustHandles="1" noChangeArrowheads="1" noChangeShapeType="1" noTextEdit="1"/>
              </p:cNvSpPr>
              <p:nvPr/>
            </p:nvSpPr>
            <p:spPr>
              <a:xfrm>
                <a:off x="3042920" y="3500142"/>
                <a:ext cx="4615559" cy="78258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9263F21-188A-5061-6F4A-05D0D4AA344C}"/>
                  </a:ext>
                </a:extLst>
              </p:cNvPr>
              <p:cNvSpPr txBox="1"/>
              <p:nvPr/>
            </p:nvSpPr>
            <p:spPr>
              <a:xfrm>
                <a:off x="3114040" y="4833653"/>
                <a:ext cx="4624086" cy="7825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m:t>
                          </m:r>
                        </m:sub>
                      </m:sSub>
                      <m:r>
                        <a:rPr lang="en-US" sz="1600" b="0" i="1" smtClean="0">
                          <a:latin typeface="Cambria Math" panose="02040503050406030204" pitchFamily="18" charset="0"/>
                        </a:rPr>
                        <m:t>=</m:t>
                      </m:r>
                      <m:d>
                        <m:dPr>
                          <m:begChr m:val="["/>
                          <m:endChr m:val="]"/>
                          <m:ctrlPr>
                            <a:rPr lang="en-US" sz="1600" b="0" i="1" smtClean="0">
                              <a:latin typeface="Cambria Math" panose="02040503050406030204" pitchFamily="18" charset="0"/>
                            </a:rPr>
                          </m:ctrlPr>
                        </m:dPr>
                        <m:e>
                          <m:m>
                            <m:mPr>
                              <m:mcs>
                                <m:mc>
                                  <m:mcPr>
                                    <m:count m:val="1"/>
                                    <m:mcJc m:val="center"/>
                                  </m:mcPr>
                                </m:mc>
                              </m:mcs>
                              <m:ctrlPr>
                                <a:rPr lang="en-US" sz="1600" b="0" i="1" smtClean="0">
                                  <a:latin typeface="Cambria Math" panose="02040503050406030204" pitchFamily="18" charset="0"/>
                                </a:rPr>
                              </m:ctrlPr>
                            </m:mPr>
                            <m:m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𝑠𝑥</m:t>
                                    </m:r>
                                  </m:sub>
                                </m:sSub>
                              </m:e>
                            </m:mr>
                            <m:m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𝑠𝑦</m:t>
                                    </m:r>
                                  </m:sub>
                                </m:sSub>
                              </m:e>
                            </m:mr>
                            <m:m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𝑠𝑧</m:t>
                                    </m:r>
                                  </m:sub>
                                </m:sSub>
                              </m:e>
                            </m:mr>
                          </m:m>
                        </m:e>
                      </m:d>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𝑘</m:t>
                          </m:r>
                        </m:e>
                        <m:sub>
                          <m:r>
                            <a:rPr lang="en-US" sz="1600" b="0" i="1" smtClean="0">
                              <a:latin typeface="Cambria Math" panose="02040503050406030204" pitchFamily="18" charset="0"/>
                            </a:rPr>
                            <m:t>𝑜</m:t>
                          </m:r>
                        </m:sub>
                      </m:sSub>
                      <m:d>
                        <m:dPr>
                          <m:begChr m:val="["/>
                          <m:endChr m:val="]"/>
                          <m:ctrlPr>
                            <a:rPr lang="en-US" sz="1600" i="1" smtClean="0">
                              <a:latin typeface="Cambria Math" panose="02040503050406030204" pitchFamily="18" charset="0"/>
                            </a:rPr>
                          </m:ctrlPr>
                        </m:dPr>
                        <m:e>
                          <m:m>
                            <m:mPr>
                              <m:mcs>
                                <m:mc>
                                  <m:mcPr>
                                    <m:count m:val="3"/>
                                    <m:mcJc m:val="center"/>
                                  </m:mcPr>
                                </m:mc>
                              </m:mcs>
                              <m:ctrlPr>
                                <a:rPr lang="en-US" sz="1600" i="1">
                                  <a:latin typeface="Cambria Math" panose="02040503050406030204" pitchFamily="18" charset="0"/>
                                </a:rPr>
                              </m:ctrlPr>
                            </m:mPr>
                            <m:mr>
                              <m:e>
                                <m:r>
                                  <m:rPr>
                                    <m:sty m:val="p"/>
                                    <m:brk m:alnAt="7"/>
                                  </m:rPr>
                                  <a:rPr lang="en-US" sz="1600" b="0" i="0" smtClean="0">
                                    <a:latin typeface="Cambria Math" panose="02040503050406030204" pitchFamily="18" charset="0"/>
                                  </a:rPr>
                                  <m:t>c</m:t>
                                </m:r>
                                <m:r>
                                  <m:rPr>
                                    <m:sty m:val="p"/>
                                  </m:rPr>
                                  <a:rPr lang="en-US" sz="1600" b="0" i="0" smtClean="0">
                                    <a:latin typeface="Cambria Math" panose="02040503050406030204" pitchFamily="18" charset="0"/>
                                  </a:rPr>
                                  <m:t>os</m:t>
                                </m:r>
                                <m:r>
                                  <m:rPr>
                                    <m:brk m:alnAt="7"/>
                                  </m:rPr>
                                  <a:rPr lang="en-US" sz="1600" b="0" i="1" smtClean="0">
                                    <a:latin typeface="Cambria Math" panose="02040503050406030204" pitchFamily="18" charset="0"/>
                                  </a:rPr>
                                  <m:t>⁡</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e>
                                <m:r>
                                  <a:rPr lang="en-US" sz="1600" b="0" i="1" smtClean="0">
                                    <a:latin typeface="Cambria Math" panose="02040503050406030204" pitchFamily="18" charset="0"/>
                                  </a:rPr>
                                  <m:t>0</m:t>
                                </m:r>
                              </m:e>
                              <m:e>
                                <m:r>
                                  <a:rPr lang="en-US" sz="1600" b="0" i="1" smtClean="0">
                                    <a:latin typeface="Cambria Math" panose="02040503050406030204" pitchFamily="18" charset="0"/>
                                  </a:rPr>
                                  <m:t>−</m:t>
                                </m:r>
                                <m:r>
                                  <m:rPr>
                                    <m:sty m:val="p"/>
                                  </m:rPr>
                                  <a:rPr lang="en-US" sz="1600" b="0" i="0" smtClean="0">
                                    <a:latin typeface="Cambria Math" panose="02040503050406030204" pitchFamily="18" charset="0"/>
                                  </a:rPr>
                                  <m:t>sin</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mr>
                            <m:mr>
                              <m:e>
                                <m:r>
                                  <a:rPr lang="en-US" sz="1600" b="0" i="1" smtClean="0">
                                    <a:latin typeface="Cambria Math" panose="02040503050406030204" pitchFamily="18" charset="0"/>
                                  </a:rPr>
                                  <m:t>0</m:t>
                                </m:r>
                              </m:e>
                              <m:e>
                                <m:r>
                                  <a:rPr lang="en-US" sz="1600" i="1" smtClean="0">
                                    <a:latin typeface="Cambria Math" panose="02040503050406030204" pitchFamily="18" charset="0"/>
                                  </a:rPr>
                                  <m:t>1</m:t>
                                </m:r>
                              </m:e>
                              <m:e>
                                <m:r>
                                  <a:rPr lang="en-US" sz="1600" b="0" i="1" smtClean="0">
                                    <a:latin typeface="Cambria Math" panose="02040503050406030204" pitchFamily="18" charset="0"/>
                                  </a:rPr>
                                  <m:t>0</m:t>
                                </m:r>
                              </m:e>
                            </m:mr>
                            <m:mr>
                              <m:e>
                                <m:r>
                                  <m:rPr>
                                    <m:sty m:val="p"/>
                                  </m:rPr>
                                  <a:rPr lang="en-US" sz="1600" b="0" i="0" smtClean="0">
                                    <a:latin typeface="Cambria Math" panose="02040503050406030204" pitchFamily="18" charset="0"/>
                                  </a:rPr>
                                  <m:t>sin</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e>
                                <m:r>
                                  <a:rPr lang="en-US" sz="1600" i="1" smtClean="0">
                                    <a:latin typeface="Cambria Math" panose="02040503050406030204" pitchFamily="18" charset="0"/>
                                  </a:rPr>
                                  <m:t>0</m:t>
                                </m:r>
                              </m:e>
                              <m:e>
                                <m:r>
                                  <m:rPr>
                                    <m:sty m:val="p"/>
                                  </m:rPr>
                                  <a:rPr lang="en-US" sz="1600" b="0" i="0" smtClean="0">
                                    <a:latin typeface="Cambria Math" panose="02040503050406030204" pitchFamily="18" charset="0"/>
                                  </a:rPr>
                                  <m:t>cos</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mr>
                          </m:m>
                        </m:e>
                      </m:d>
                      <m:d>
                        <m:dPr>
                          <m:begChr m:val="["/>
                          <m:endChr m:val="]"/>
                          <m:ctrlPr>
                            <a:rPr lang="en-US" sz="1600" b="0" i="1" smtClean="0">
                              <a:latin typeface="Cambria Math" panose="02040503050406030204" pitchFamily="18" charset="0"/>
                            </a:rPr>
                          </m:ctrlPr>
                        </m:dPr>
                        <m:e>
                          <m:m>
                            <m:mPr>
                              <m:mcs>
                                <m:mc>
                                  <m:mcPr>
                                    <m:count m:val="1"/>
                                    <m:mcJc m:val="center"/>
                                  </m:mcPr>
                                </m:mc>
                              </m:mcs>
                              <m:ctrlPr>
                                <a:rPr lang="en-US" sz="1600" b="0" i="1" smtClean="0">
                                  <a:latin typeface="Cambria Math" panose="02040503050406030204" pitchFamily="18" charset="0"/>
                                </a:rPr>
                              </m:ctrlPr>
                            </m:mPr>
                            <m:mr>
                              <m:e>
                                <m:func>
                                  <m:funcPr>
                                    <m:ctrlPr>
                                      <a:rPr lang="en-US" sz="1600" b="0" i="1" smtClean="0">
                                        <a:latin typeface="Cambria Math" panose="02040503050406030204" pitchFamily="18" charset="0"/>
                                      </a:rPr>
                                    </m:ctrlPr>
                                  </m:funcPr>
                                  <m:fName>
                                    <m:r>
                                      <m:rPr>
                                        <m:sty m:val="p"/>
                                        <m:brk m:alnAt="7"/>
                                      </m:rPr>
                                      <a:rPr lang="en-US" sz="1600" b="0" i="0" smtClean="0">
                                        <a:latin typeface="Cambria Math" panose="02040503050406030204" pitchFamily="18" charset="0"/>
                                      </a:rPr>
                                      <m:t>s</m:t>
                                    </m:r>
                                    <m:r>
                                      <m:rPr>
                                        <m:sty m:val="p"/>
                                      </m:rPr>
                                      <a:rPr lang="en-US" sz="1600" b="0" i="0" smtClean="0">
                                        <a:latin typeface="Cambria Math" panose="02040503050406030204" pitchFamily="18" charset="0"/>
                                      </a:rPr>
                                      <m:t>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𝜃</m:t>
                                        </m:r>
                                      </m:e>
                                    </m:d>
                                  </m:e>
                                </m:func>
                              </m:e>
                            </m:mr>
                            <m:mr>
                              <m:e>
                                <m:r>
                                  <a:rPr lang="en-US" sz="1600" b="0" i="1" smtClean="0">
                                    <a:latin typeface="Cambria Math" panose="02040503050406030204" pitchFamily="18" charset="0"/>
                                  </a:rPr>
                                  <m:t>0</m:t>
                                </m:r>
                              </m:e>
                            </m:mr>
                            <m:m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𝜃</m:t>
                                        </m:r>
                                      </m:e>
                                    </m:d>
                                  </m:e>
                                </m:func>
                                <m:r>
                                  <a:rPr lang="en-US" sz="1600" b="0" i="1" smtClean="0">
                                    <a:latin typeface="Cambria Math" panose="02040503050406030204" pitchFamily="18" charset="0"/>
                                  </a:rPr>
                                  <m:t>−1</m:t>
                                </m:r>
                              </m:e>
                            </m:mr>
                          </m:m>
                        </m:e>
                      </m:d>
                    </m:oMath>
                  </m:oMathPara>
                </a14:m>
                <a:endParaRPr lang="en-US" sz="1600" dirty="0"/>
              </a:p>
            </p:txBody>
          </p:sp>
        </mc:Choice>
        <mc:Fallback xmlns="">
          <p:sp>
            <p:nvSpPr>
              <p:cNvPr id="7" name="TextBox 6">
                <a:extLst>
                  <a:ext uri="{FF2B5EF4-FFF2-40B4-BE49-F238E27FC236}">
                    <a16:creationId xmlns:a16="http://schemas.microsoft.com/office/drawing/2014/main" id="{39263F21-188A-5061-6F4A-05D0D4AA344C}"/>
                  </a:ext>
                </a:extLst>
              </p:cNvPr>
              <p:cNvSpPr txBox="1">
                <a:spLocks noRot="1" noChangeAspect="1" noMove="1" noResize="1" noEditPoints="1" noAdjustHandles="1" noChangeArrowheads="1" noChangeShapeType="1" noTextEdit="1"/>
              </p:cNvSpPr>
              <p:nvPr/>
            </p:nvSpPr>
            <p:spPr>
              <a:xfrm>
                <a:off x="3114040" y="4833653"/>
                <a:ext cx="4624086" cy="782587"/>
              </a:xfrm>
              <a:prstGeom prst="rect">
                <a:avLst/>
              </a:prstGeom>
              <a:blipFill>
                <a:blip r:embed="rId5"/>
                <a:stretch>
                  <a:fillRect b="-7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EFD8D74-3125-AFE4-BFB5-E1A3A51371F5}"/>
                  </a:ext>
                </a:extLst>
              </p:cNvPr>
              <p:cNvSpPr txBox="1"/>
              <p:nvPr/>
            </p:nvSpPr>
            <p:spPr>
              <a:xfrm>
                <a:off x="4480560" y="4373525"/>
                <a:ext cx="2357120" cy="369332"/>
              </a:xfrm>
              <a:prstGeom prst="rect">
                <a:avLst/>
              </a:prstGeom>
              <a:noFill/>
            </p:spPr>
            <p:txBody>
              <a:bodyPr wrap="square" rtlCol="0">
                <a:spAutoFit/>
              </a:bodyPr>
              <a:lstStyle/>
              <a:p>
                <a:r>
                  <a:rPr lang="en-US" dirty="0"/>
                  <a:t>Since </a:t>
                </a:r>
                <a14:m>
                  <m:oMath xmlns:m="http://schemas.openxmlformats.org/officeDocument/2006/math">
                    <m:r>
                      <a:rPr lang="en-US" b="0" i="1" smtClean="0">
                        <a:latin typeface="Cambria Math" panose="02040503050406030204" pitchFamily="18" charset="0"/>
                      </a:rPr>
                      <m:t>𝛿</m:t>
                    </m:r>
                    <m:r>
                      <a:rPr lang="en-US" b="0" i="1" smtClean="0">
                        <a:latin typeface="Cambria Math" panose="02040503050406030204" pitchFamily="18" charset="0"/>
                      </a:rPr>
                      <m:t>=0</m:t>
                    </m:r>
                  </m:oMath>
                </a14:m>
                <a:r>
                  <a:rPr lang="en-US" dirty="0"/>
                  <a:t>, </a:t>
                </a:r>
                <a14:m>
                  <m:oMath xmlns:m="http://schemas.openxmlformats.org/officeDocument/2006/math">
                    <m:r>
                      <a:rPr lang="en-US" b="0" i="1" smtClean="0">
                        <a:latin typeface="Cambria Math" panose="02040503050406030204" pitchFamily="18" charset="0"/>
                      </a:rPr>
                      <m:t>𝛾</m:t>
                    </m:r>
                    <m:r>
                      <a:rPr lang="en-US" b="0" i="1" smtClean="0">
                        <a:latin typeface="Cambria Math" panose="02040503050406030204" pitchFamily="18" charset="0"/>
                      </a:rPr>
                      <m:t>=</m:t>
                    </m:r>
                    <m:r>
                      <a:rPr lang="en-US" b="0" i="1" smtClean="0">
                        <a:latin typeface="Cambria Math" panose="02040503050406030204" pitchFamily="18" charset="0"/>
                      </a:rPr>
                      <m:t>𝜃</m:t>
                    </m:r>
                  </m:oMath>
                </a14:m>
                <a:endParaRPr lang="en-US" dirty="0"/>
              </a:p>
            </p:txBody>
          </p:sp>
        </mc:Choice>
        <mc:Fallback xmlns="">
          <p:sp>
            <p:nvSpPr>
              <p:cNvPr id="8" name="TextBox 7">
                <a:extLst>
                  <a:ext uri="{FF2B5EF4-FFF2-40B4-BE49-F238E27FC236}">
                    <a16:creationId xmlns:a16="http://schemas.microsoft.com/office/drawing/2014/main" id="{9EFD8D74-3125-AFE4-BFB5-E1A3A51371F5}"/>
                  </a:ext>
                </a:extLst>
              </p:cNvPr>
              <p:cNvSpPr txBox="1">
                <a:spLocks noRot="1" noChangeAspect="1" noMove="1" noResize="1" noEditPoints="1" noAdjustHandles="1" noChangeArrowheads="1" noChangeShapeType="1" noTextEdit="1"/>
              </p:cNvSpPr>
              <p:nvPr/>
            </p:nvSpPr>
            <p:spPr>
              <a:xfrm>
                <a:off x="4480560" y="4373525"/>
                <a:ext cx="2357120" cy="369332"/>
              </a:xfrm>
              <a:prstGeom prst="rect">
                <a:avLst/>
              </a:prstGeom>
              <a:blipFill>
                <a:blip r:embed="rId6"/>
                <a:stretch>
                  <a:fillRect l="-2067" t="-6557" b="-26230"/>
                </a:stretch>
              </a:blipFill>
            </p:spPr>
            <p:txBody>
              <a:bodyPr/>
              <a:lstStyle/>
              <a:p>
                <a:r>
                  <a:rPr lang="en-US">
                    <a:noFill/>
                  </a:rPr>
                  <a:t> </a:t>
                </a:r>
              </a:p>
            </p:txBody>
          </p:sp>
        </mc:Fallback>
      </mc:AlternateContent>
    </p:spTree>
    <p:extLst>
      <p:ext uri="{BB962C8B-B14F-4D97-AF65-F5344CB8AC3E}">
        <p14:creationId xmlns:p14="http://schemas.microsoft.com/office/powerpoint/2010/main" val="1992360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1AEB818-3EC6-ABA7-5D46-9EFFC3B34E56}"/>
                  </a:ext>
                </a:extLst>
              </p:cNvPr>
              <p:cNvSpPr>
                <a:spLocks noGrp="1"/>
              </p:cNvSpPr>
              <p:nvPr>
                <p:ph type="title"/>
              </p:nvPr>
            </p:nvSpPr>
            <p:spPr/>
            <p:txBody>
              <a:bodyPr/>
              <a:lstStyle/>
              <a:p>
                <a:r>
                  <a:rPr lang="en-US" dirty="0"/>
                  <a:t>Solve 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𝑠𝑥</m:t>
                        </m:r>
                      </m:sub>
                    </m:sSub>
                  </m:oMath>
                </a14:m>
                <a:endParaRPr lang="en-US" dirty="0"/>
              </a:p>
            </p:txBody>
          </p:sp>
        </mc:Choice>
        <mc:Fallback xmlns="">
          <p:sp>
            <p:nvSpPr>
              <p:cNvPr id="2" name="Title 1">
                <a:extLst>
                  <a:ext uri="{FF2B5EF4-FFF2-40B4-BE49-F238E27FC236}">
                    <a16:creationId xmlns:a16="http://schemas.microsoft.com/office/drawing/2014/main" id="{E1AEB818-3EC6-ABA7-5D46-9EFFC3B34E56}"/>
                  </a:ext>
                </a:extLst>
              </p:cNvPr>
              <p:cNvSpPr>
                <a:spLocks noGrp="1" noRot="1" noChangeAspect="1" noMove="1" noResize="1" noEditPoints="1" noAdjustHandles="1" noChangeArrowheads="1" noChangeShapeType="1" noTextEdit="1"/>
              </p:cNvSpPr>
              <p:nvPr>
                <p:ph type="title"/>
              </p:nvPr>
            </p:nvSpPr>
            <p:spPr>
              <a:blipFill>
                <a:blip r:embed="rId2"/>
                <a:stretch>
                  <a:fillRect l="-20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FCEFC37-BD73-7B1E-5A17-E9C606ACC473}"/>
                  </a:ext>
                </a:extLst>
              </p:cNvPr>
              <p:cNvSpPr txBox="1"/>
              <p:nvPr/>
            </p:nvSpPr>
            <p:spPr>
              <a:xfrm>
                <a:off x="899160" y="2433195"/>
                <a:ext cx="4094839"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𝑠𝑥</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𝑘</m:t>
                          </m:r>
                        </m:e>
                        <m:sub>
                          <m:r>
                            <a:rPr lang="en-US" sz="1600" b="0" i="1" smtClean="0">
                              <a:latin typeface="Cambria Math" panose="02040503050406030204" pitchFamily="18" charset="0"/>
                            </a:rPr>
                            <m:t>𝑜</m:t>
                          </m:r>
                        </m:sub>
                      </m:sSub>
                      <m:d>
                        <m:dPr>
                          <m:begChr m:val="["/>
                          <m:endChr m:val="]"/>
                          <m:ctrlPr>
                            <a:rPr lang="en-US" sz="1600" b="0" i="1" smtClean="0">
                              <a:latin typeface="Cambria Math" panose="02040503050406030204" pitchFamily="18" charset="0"/>
                            </a:rPr>
                          </m:ctrlPr>
                        </m:dP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r>
                            <m:rPr>
                              <m:sty m:val="p"/>
                            </m:rPr>
                            <a:rPr lang="en-US" sz="1600" b="0" i="0" smtClean="0">
                              <a:latin typeface="Cambria Math" panose="02040503050406030204" pitchFamily="18" charset="0"/>
                            </a:rPr>
                            <m:t>sin</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𝜃</m:t>
                              </m:r>
                            </m:e>
                          </m:d>
                          <m:r>
                            <a:rPr lang="en-US" sz="1600" b="0" i="1" smtClean="0">
                              <a:latin typeface="Cambria Math" panose="02040503050406030204" pitchFamily="18" charset="0"/>
                            </a:rPr>
                            <m:t>−</m:t>
                          </m:r>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d>
                            <m:dPr>
                              <m:ctrlPr>
                                <a:rPr lang="en-US" sz="1600" b="0" i="1" smtClean="0">
                                  <a:latin typeface="Cambria Math" panose="02040503050406030204" pitchFamily="18" charset="0"/>
                                </a:rPr>
                              </m:ctrlPr>
                            </m:dP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𝜃</m:t>
                                      </m:r>
                                    </m:e>
                                  </m:d>
                                </m:e>
                              </m:func>
                              <m:r>
                                <a:rPr lang="en-US" sz="1600" b="0" i="1" smtClean="0">
                                  <a:latin typeface="Cambria Math" panose="02040503050406030204" pitchFamily="18" charset="0"/>
                                </a:rPr>
                                <m:t>−1</m:t>
                              </m:r>
                            </m:e>
                          </m:d>
                        </m:e>
                      </m:d>
                    </m:oMath>
                  </m:oMathPara>
                </a14:m>
                <a:endParaRPr lang="en-US" sz="1600" dirty="0"/>
              </a:p>
            </p:txBody>
          </p:sp>
        </mc:Choice>
        <mc:Fallback xmlns="">
          <p:sp>
            <p:nvSpPr>
              <p:cNvPr id="5" name="TextBox 4">
                <a:extLst>
                  <a:ext uri="{FF2B5EF4-FFF2-40B4-BE49-F238E27FC236}">
                    <a16:creationId xmlns:a16="http://schemas.microsoft.com/office/drawing/2014/main" id="{AFCEFC37-BD73-7B1E-5A17-E9C606ACC473}"/>
                  </a:ext>
                </a:extLst>
              </p:cNvPr>
              <p:cNvSpPr txBox="1">
                <a:spLocks noRot="1" noChangeAspect="1" noMove="1" noResize="1" noEditPoints="1" noAdjustHandles="1" noChangeArrowheads="1" noChangeShapeType="1" noTextEdit="1"/>
              </p:cNvSpPr>
              <p:nvPr/>
            </p:nvSpPr>
            <p:spPr>
              <a:xfrm>
                <a:off x="899160" y="2433195"/>
                <a:ext cx="4094839" cy="246221"/>
              </a:xfrm>
              <a:prstGeom prst="rect">
                <a:avLst/>
              </a:prstGeom>
              <a:blipFill>
                <a:blip r:embed="rId3"/>
                <a:stretch>
                  <a:fillRect l="-745" b="-317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8BB7372-B9C8-A742-EA32-950D09A5F5B8}"/>
                  </a:ext>
                </a:extLst>
              </p:cNvPr>
              <p:cNvSpPr txBox="1"/>
              <p:nvPr/>
            </p:nvSpPr>
            <p:spPr>
              <a:xfrm>
                <a:off x="452120" y="1353853"/>
                <a:ext cx="4624086" cy="7825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m:t>
                          </m:r>
                        </m:sub>
                      </m:sSub>
                      <m:r>
                        <a:rPr lang="en-US" sz="1600" b="0" i="1" smtClean="0">
                          <a:latin typeface="Cambria Math" panose="02040503050406030204" pitchFamily="18" charset="0"/>
                        </a:rPr>
                        <m:t>=</m:t>
                      </m:r>
                      <m:d>
                        <m:dPr>
                          <m:begChr m:val="["/>
                          <m:endChr m:val="]"/>
                          <m:ctrlPr>
                            <a:rPr lang="en-US" sz="1600" b="0" i="1" smtClean="0">
                              <a:latin typeface="Cambria Math" panose="02040503050406030204" pitchFamily="18" charset="0"/>
                            </a:rPr>
                          </m:ctrlPr>
                        </m:dPr>
                        <m:e>
                          <m:m>
                            <m:mPr>
                              <m:mcs>
                                <m:mc>
                                  <m:mcPr>
                                    <m:count m:val="1"/>
                                    <m:mcJc m:val="center"/>
                                  </m:mcPr>
                                </m:mc>
                              </m:mcs>
                              <m:ctrlPr>
                                <a:rPr lang="en-US" sz="1600" b="0" i="1" smtClean="0">
                                  <a:latin typeface="Cambria Math" panose="02040503050406030204" pitchFamily="18" charset="0"/>
                                </a:rPr>
                              </m:ctrlPr>
                            </m:mPr>
                            <m:m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𝑠𝑥</m:t>
                                    </m:r>
                                  </m:sub>
                                </m:sSub>
                              </m:e>
                            </m:mr>
                            <m:m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𝑠𝑦</m:t>
                                    </m:r>
                                  </m:sub>
                                </m:sSub>
                              </m:e>
                            </m:mr>
                            <m:m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𝑠𝑧</m:t>
                                    </m:r>
                                  </m:sub>
                                </m:sSub>
                              </m:e>
                            </m:mr>
                          </m:m>
                        </m:e>
                      </m:d>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𝑘</m:t>
                          </m:r>
                        </m:e>
                        <m:sub>
                          <m:r>
                            <a:rPr lang="en-US" sz="1600" b="0" i="1" smtClean="0">
                              <a:latin typeface="Cambria Math" panose="02040503050406030204" pitchFamily="18" charset="0"/>
                            </a:rPr>
                            <m:t>𝑜</m:t>
                          </m:r>
                        </m:sub>
                      </m:sSub>
                      <m:d>
                        <m:dPr>
                          <m:begChr m:val="["/>
                          <m:endChr m:val="]"/>
                          <m:ctrlPr>
                            <a:rPr lang="en-US" sz="1600" i="1" smtClean="0">
                              <a:latin typeface="Cambria Math" panose="02040503050406030204" pitchFamily="18" charset="0"/>
                            </a:rPr>
                          </m:ctrlPr>
                        </m:dPr>
                        <m:e>
                          <m:m>
                            <m:mPr>
                              <m:mcs>
                                <m:mc>
                                  <m:mcPr>
                                    <m:count m:val="3"/>
                                    <m:mcJc m:val="center"/>
                                  </m:mcPr>
                                </m:mc>
                              </m:mcs>
                              <m:ctrlPr>
                                <a:rPr lang="en-US" sz="1600" i="1">
                                  <a:latin typeface="Cambria Math" panose="02040503050406030204" pitchFamily="18" charset="0"/>
                                </a:rPr>
                              </m:ctrlPr>
                            </m:mPr>
                            <m:mr>
                              <m:e>
                                <m:r>
                                  <m:rPr>
                                    <m:sty m:val="p"/>
                                    <m:brk m:alnAt="7"/>
                                  </m:rPr>
                                  <a:rPr lang="en-US" sz="1600" b="0" i="0" smtClean="0">
                                    <a:latin typeface="Cambria Math" panose="02040503050406030204" pitchFamily="18" charset="0"/>
                                  </a:rPr>
                                  <m:t>c</m:t>
                                </m:r>
                                <m:r>
                                  <m:rPr>
                                    <m:sty m:val="p"/>
                                  </m:rPr>
                                  <a:rPr lang="en-US" sz="1600" b="0" i="0" smtClean="0">
                                    <a:latin typeface="Cambria Math" panose="02040503050406030204" pitchFamily="18" charset="0"/>
                                  </a:rPr>
                                  <m:t>os</m:t>
                                </m:r>
                                <m:r>
                                  <m:rPr>
                                    <m:brk m:alnAt="7"/>
                                  </m:rPr>
                                  <a:rPr lang="en-US" sz="1600" b="0" i="1" smtClean="0">
                                    <a:latin typeface="Cambria Math" panose="02040503050406030204" pitchFamily="18" charset="0"/>
                                  </a:rPr>
                                  <m:t>⁡</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e>
                                <m:r>
                                  <a:rPr lang="en-US" sz="1600" b="0" i="1" smtClean="0">
                                    <a:latin typeface="Cambria Math" panose="02040503050406030204" pitchFamily="18" charset="0"/>
                                  </a:rPr>
                                  <m:t>0</m:t>
                                </m:r>
                              </m:e>
                              <m:e>
                                <m:r>
                                  <a:rPr lang="en-US" sz="1600" b="0" i="1" smtClean="0">
                                    <a:latin typeface="Cambria Math" panose="02040503050406030204" pitchFamily="18" charset="0"/>
                                  </a:rPr>
                                  <m:t>−</m:t>
                                </m:r>
                                <m:r>
                                  <m:rPr>
                                    <m:sty m:val="p"/>
                                  </m:rPr>
                                  <a:rPr lang="en-US" sz="1600" b="0" i="0" smtClean="0">
                                    <a:latin typeface="Cambria Math" panose="02040503050406030204" pitchFamily="18" charset="0"/>
                                  </a:rPr>
                                  <m:t>sin</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mr>
                            <m:mr>
                              <m:e>
                                <m:r>
                                  <a:rPr lang="en-US" sz="1600" b="0" i="1" smtClean="0">
                                    <a:latin typeface="Cambria Math" panose="02040503050406030204" pitchFamily="18" charset="0"/>
                                  </a:rPr>
                                  <m:t>0</m:t>
                                </m:r>
                              </m:e>
                              <m:e>
                                <m:r>
                                  <a:rPr lang="en-US" sz="1600" i="1" smtClean="0">
                                    <a:latin typeface="Cambria Math" panose="02040503050406030204" pitchFamily="18" charset="0"/>
                                  </a:rPr>
                                  <m:t>1</m:t>
                                </m:r>
                              </m:e>
                              <m:e>
                                <m:r>
                                  <a:rPr lang="en-US" sz="1600" b="0" i="1" smtClean="0">
                                    <a:latin typeface="Cambria Math" panose="02040503050406030204" pitchFamily="18" charset="0"/>
                                  </a:rPr>
                                  <m:t>0</m:t>
                                </m:r>
                              </m:e>
                            </m:mr>
                            <m:mr>
                              <m:e>
                                <m:r>
                                  <m:rPr>
                                    <m:sty m:val="p"/>
                                  </m:rPr>
                                  <a:rPr lang="en-US" sz="1600" b="0" i="0" smtClean="0">
                                    <a:latin typeface="Cambria Math" panose="02040503050406030204" pitchFamily="18" charset="0"/>
                                  </a:rPr>
                                  <m:t>sin</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e>
                                <m:r>
                                  <a:rPr lang="en-US" sz="1600" i="1" smtClean="0">
                                    <a:latin typeface="Cambria Math" panose="02040503050406030204" pitchFamily="18" charset="0"/>
                                  </a:rPr>
                                  <m:t>0</m:t>
                                </m:r>
                              </m:e>
                              <m:e>
                                <m:r>
                                  <m:rPr>
                                    <m:sty m:val="p"/>
                                  </m:rPr>
                                  <a:rPr lang="en-US" sz="1600" b="0" i="0" smtClean="0">
                                    <a:latin typeface="Cambria Math" panose="02040503050406030204" pitchFamily="18" charset="0"/>
                                  </a:rPr>
                                  <m:t>cos</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mr>
                          </m:m>
                        </m:e>
                      </m:d>
                      <m:d>
                        <m:dPr>
                          <m:begChr m:val="["/>
                          <m:endChr m:val="]"/>
                          <m:ctrlPr>
                            <a:rPr lang="en-US" sz="1600" b="0" i="1" smtClean="0">
                              <a:latin typeface="Cambria Math" panose="02040503050406030204" pitchFamily="18" charset="0"/>
                            </a:rPr>
                          </m:ctrlPr>
                        </m:dPr>
                        <m:e>
                          <m:m>
                            <m:mPr>
                              <m:mcs>
                                <m:mc>
                                  <m:mcPr>
                                    <m:count m:val="1"/>
                                    <m:mcJc m:val="center"/>
                                  </m:mcPr>
                                </m:mc>
                              </m:mcs>
                              <m:ctrlPr>
                                <a:rPr lang="en-US" sz="1600" b="0" i="1" smtClean="0">
                                  <a:latin typeface="Cambria Math" panose="02040503050406030204" pitchFamily="18" charset="0"/>
                                </a:rPr>
                              </m:ctrlPr>
                            </m:mPr>
                            <m:mr>
                              <m:e>
                                <m:func>
                                  <m:funcPr>
                                    <m:ctrlPr>
                                      <a:rPr lang="en-US" sz="1600" b="0" i="1" smtClean="0">
                                        <a:latin typeface="Cambria Math" panose="02040503050406030204" pitchFamily="18" charset="0"/>
                                      </a:rPr>
                                    </m:ctrlPr>
                                  </m:funcPr>
                                  <m:fName>
                                    <m:r>
                                      <m:rPr>
                                        <m:sty m:val="p"/>
                                        <m:brk m:alnAt="7"/>
                                      </m:rPr>
                                      <a:rPr lang="en-US" sz="1600" b="0" i="0" smtClean="0">
                                        <a:latin typeface="Cambria Math" panose="02040503050406030204" pitchFamily="18" charset="0"/>
                                      </a:rPr>
                                      <m:t>s</m:t>
                                    </m:r>
                                    <m:r>
                                      <m:rPr>
                                        <m:sty m:val="p"/>
                                      </m:rPr>
                                      <a:rPr lang="en-US" sz="1600" b="0" i="0" smtClean="0">
                                        <a:latin typeface="Cambria Math" panose="02040503050406030204" pitchFamily="18" charset="0"/>
                                      </a:rPr>
                                      <m:t>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𝜃</m:t>
                                        </m:r>
                                      </m:e>
                                    </m:d>
                                  </m:e>
                                </m:func>
                              </m:e>
                            </m:mr>
                            <m:mr>
                              <m:e>
                                <m:r>
                                  <a:rPr lang="en-US" sz="1600" b="0" i="1" smtClean="0">
                                    <a:latin typeface="Cambria Math" panose="02040503050406030204" pitchFamily="18" charset="0"/>
                                  </a:rPr>
                                  <m:t>0</m:t>
                                </m:r>
                              </m:e>
                            </m:mr>
                            <m:m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𝜃</m:t>
                                        </m:r>
                                      </m:e>
                                    </m:d>
                                  </m:e>
                                </m:func>
                                <m:r>
                                  <a:rPr lang="en-US" sz="1600" b="0" i="1" smtClean="0">
                                    <a:latin typeface="Cambria Math" panose="02040503050406030204" pitchFamily="18" charset="0"/>
                                  </a:rPr>
                                  <m:t>−1</m:t>
                                </m:r>
                              </m:e>
                            </m:mr>
                          </m:m>
                        </m:e>
                      </m:d>
                    </m:oMath>
                  </m:oMathPara>
                </a14:m>
                <a:endParaRPr lang="en-US" sz="1600" dirty="0"/>
              </a:p>
            </p:txBody>
          </p:sp>
        </mc:Choice>
        <mc:Fallback xmlns="">
          <p:sp>
            <p:nvSpPr>
              <p:cNvPr id="6" name="TextBox 5">
                <a:extLst>
                  <a:ext uri="{FF2B5EF4-FFF2-40B4-BE49-F238E27FC236}">
                    <a16:creationId xmlns:a16="http://schemas.microsoft.com/office/drawing/2014/main" id="{68BB7372-B9C8-A742-EA32-950D09A5F5B8}"/>
                  </a:ext>
                </a:extLst>
              </p:cNvPr>
              <p:cNvSpPr txBox="1">
                <a:spLocks noRot="1" noChangeAspect="1" noMove="1" noResize="1" noEditPoints="1" noAdjustHandles="1" noChangeArrowheads="1" noChangeShapeType="1" noTextEdit="1"/>
              </p:cNvSpPr>
              <p:nvPr/>
            </p:nvSpPr>
            <p:spPr>
              <a:xfrm>
                <a:off x="452120" y="1353853"/>
                <a:ext cx="4624086" cy="782587"/>
              </a:xfrm>
              <a:prstGeom prst="rect">
                <a:avLst/>
              </a:prstGeom>
              <a:blipFill>
                <a:blip r:embed="rId4"/>
                <a:stretch>
                  <a:fillRect b="-7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357E1DC-758F-E11C-904D-6535F9AD9DE0}"/>
                  </a:ext>
                </a:extLst>
              </p:cNvPr>
              <p:cNvSpPr txBox="1"/>
              <p:nvPr/>
            </p:nvSpPr>
            <p:spPr>
              <a:xfrm>
                <a:off x="685799" y="3519147"/>
                <a:ext cx="4645951" cy="5532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𝑠𝑥</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𝑘</m:t>
                          </m:r>
                        </m:e>
                        <m:sub>
                          <m:r>
                            <a:rPr lang="en-US" sz="1600" b="0" i="1" smtClean="0">
                              <a:latin typeface="Cambria Math" panose="02040503050406030204" pitchFamily="18" charset="0"/>
                            </a:rPr>
                            <m:t>𝑜</m:t>
                          </m:r>
                        </m:sub>
                      </m:sSub>
                      <m:d>
                        <m:dPr>
                          <m:begChr m:val="["/>
                          <m:endChr m:val="]"/>
                          <m:ctrlPr>
                            <a:rPr lang="en-US" sz="1600" b="0" i="1" smtClean="0">
                              <a:latin typeface="Cambria Math" panose="02040503050406030204" pitchFamily="18" charset="0"/>
                            </a:rPr>
                          </m:ctrlPr>
                        </m:dP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r>
                            <m:rPr>
                              <m:sty m:val="p"/>
                            </m:rPr>
                            <a:rPr lang="en-US" sz="1600" b="0" i="0" smtClean="0">
                              <a:latin typeface="Cambria Math" panose="02040503050406030204" pitchFamily="18" charset="0"/>
                            </a:rPr>
                            <m:t>sin</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𝜃</m:t>
                              </m:r>
                            </m:e>
                          </m:d>
                          <m:r>
                            <a:rPr lang="en-US" sz="1600" b="0" i="1" smtClean="0">
                              <a:latin typeface="Cambria Math" panose="02040503050406030204" pitchFamily="18" charset="0"/>
                            </a:rPr>
                            <m:t>−</m:t>
                          </m:r>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d>
                            <m:dPr>
                              <m:ctrlPr>
                                <a:rPr lang="en-US" sz="1600" b="0" i="1" smtClean="0">
                                  <a:latin typeface="Cambria Math" panose="02040503050406030204" pitchFamily="18" charset="0"/>
                                </a:rPr>
                              </m:ctrlPr>
                            </m:dPr>
                            <m:e>
                              <m:r>
                                <a:rPr lang="en-US" sz="1600" b="0" i="1" smtClean="0">
                                  <a:latin typeface="Cambria Math" panose="02040503050406030204" pitchFamily="18" charset="0"/>
                                </a:rPr>
                                <m:t>1−2</m:t>
                              </m:r>
                              <m:func>
                                <m:funcPr>
                                  <m:ctrlPr>
                                    <a:rPr lang="en-US" sz="1600" b="0" i="1" smtClean="0">
                                      <a:latin typeface="Cambria Math" panose="02040503050406030204" pitchFamily="18" charset="0"/>
                                    </a:rPr>
                                  </m:ctrlPr>
                                </m:funcPr>
                                <m:fName>
                                  <m:sSup>
                                    <m:sSupPr>
                                      <m:ctrlPr>
                                        <a:rPr lang="en-US" sz="1600" b="0" i="1" smtClean="0">
                                          <a:latin typeface="Cambria Math" panose="02040503050406030204" pitchFamily="18" charset="0"/>
                                        </a:rPr>
                                      </m:ctrlPr>
                                    </m:sSupPr>
                                    <m:e>
                                      <m:r>
                                        <m:rPr>
                                          <m:sty m:val="p"/>
                                        </m:rPr>
                                        <a:rPr lang="en-US" sz="1600" b="0" i="0" smtClean="0">
                                          <a:latin typeface="Cambria Math" panose="02040503050406030204" pitchFamily="18" charset="0"/>
                                        </a:rPr>
                                        <m:t>sin</m:t>
                                      </m:r>
                                    </m:e>
                                    <m:sup>
                                      <m:r>
                                        <a:rPr lang="en-US" sz="1600" b="0" i="1" smtClean="0">
                                          <a:latin typeface="Cambria Math" panose="02040503050406030204" pitchFamily="18" charset="0"/>
                                        </a:rPr>
                                        <m:t>2</m:t>
                                      </m:r>
                                    </m:sup>
                                  </m:sSup>
                                </m:fName>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func>
                              <m:r>
                                <a:rPr lang="en-US" sz="1600" b="0" i="1" smtClean="0">
                                  <a:latin typeface="Cambria Math" panose="02040503050406030204" pitchFamily="18" charset="0"/>
                                </a:rPr>
                                <m:t>−1</m:t>
                              </m:r>
                            </m:e>
                          </m:d>
                        </m:e>
                      </m:d>
                    </m:oMath>
                  </m:oMathPara>
                </a14:m>
                <a:endParaRPr lang="en-US" sz="1600" dirty="0"/>
              </a:p>
            </p:txBody>
          </p:sp>
        </mc:Choice>
        <mc:Fallback xmlns="">
          <p:sp>
            <p:nvSpPr>
              <p:cNvPr id="7" name="TextBox 6">
                <a:extLst>
                  <a:ext uri="{FF2B5EF4-FFF2-40B4-BE49-F238E27FC236}">
                    <a16:creationId xmlns:a16="http://schemas.microsoft.com/office/drawing/2014/main" id="{0357E1DC-758F-E11C-904D-6535F9AD9DE0}"/>
                  </a:ext>
                </a:extLst>
              </p:cNvPr>
              <p:cNvSpPr txBox="1">
                <a:spLocks noRot="1" noChangeAspect="1" noMove="1" noResize="1" noEditPoints="1" noAdjustHandles="1" noChangeArrowheads="1" noChangeShapeType="1" noTextEdit="1"/>
              </p:cNvSpPr>
              <p:nvPr/>
            </p:nvSpPr>
            <p:spPr>
              <a:xfrm>
                <a:off x="685799" y="3519147"/>
                <a:ext cx="4645951" cy="55322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D9051B1-3D46-E990-C3C1-0D752CBDAC18}"/>
                  </a:ext>
                </a:extLst>
              </p:cNvPr>
              <p:cNvSpPr txBox="1"/>
              <p:nvPr/>
            </p:nvSpPr>
            <p:spPr>
              <a:xfrm>
                <a:off x="452120" y="2976171"/>
                <a:ext cx="5364480" cy="369332"/>
              </a:xfrm>
              <a:prstGeom prst="rect">
                <a:avLst/>
              </a:prstGeom>
              <a:noFill/>
            </p:spPr>
            <p:txBody>
              <a:bodyPr wrap="square" rtlCol="0">
                <a:spAutoFit/>
              </a:bodyPr>
              <a:lstStyle/>
              <a:p>
                <a:r>
                  <a:rPr lang="en-US" dirty="0"/>
                  <a:t>Apply double angle identity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2</m:t>
                            </m:r>
                            <m:r>
                              <a:rPr lang="en-US" b="0" i="1" smtClean="0">
                                <a:latin typeface="Cambria Math" panose="02040503050406030204" pitchFamily="18" charset="0"/>
                              </a:rPr>
                              <m:t>𝛼</m:t>
                            </m:r>
                          </m:e>
                        </m:d>
                      </m:e>
                    </m:func>
                    <m:r>
                      <a:rPr lang="en-US" b="0" i="1" smtClean="0">
                        <a:latin typeface="Cambria Math" panose="02040503050406030204" pitchFamily="18" charset="0"/>
                      </a:rPr>
                      <m:t>=1−2</m:t>
                    </m:r>
                    <m:func>
                      <m:funcPr>
                        <m:ctrlPr>
                          <a:rPr lang="en-US" b="0" i="1" smtClean="0">
                            <a:latin typeface="Cambria Math" panose="02040503050406030204" pitchFamily="18" charset="0"/>
                          </a:rPr>
                        </m:ctrlPr>
                      </m:funcPr>
                      <m:fName>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sin</m:t>
                            </m:r>
                          </m:e>
                          <m:sup>
                            <m:r>
                              <a:rPr lang="en-US" b="0" i="1" smtClean="0">
                                <a:latin typeface="Cambria Math" panose="02040503050406030204" pitchFamily="18" charset="0"/>
                              </a:rPr>
                              <m:t>2</m:t>
                            </m:r>
                          </m:sup>
                        </m:sSup>
                      </m:fName>
                      <m:e>
                        <m:r>
                          <a:rPr lang="en-US" b="0" i="1" smtClean="0">
                            <a:latin typeface="Cambria Math" panose="02040503050406030204" pitchFamily="18" charset="0"/>
                          </a:rPr>
                          <m:t>𝛼</m:t>
                        </m:r>
                      </m:e>
                    </m:func>
                  </m:oMath>
                </a14:m>
                <a:endParaRPr lang="en-US" dirty="0"/>
              </a:p>
            </p:txBody>
          </p:sp>
        </mc:Choice>
        <mc:Fallback xmlns="">
          <p:sp>
            <p:nvSpPr>
              <p:cNvPr id="8" name="TextBox 7">
                <a:extLst>
                  <a:ext uri="{FF2B5EF4-FFF2-40B4-BE49-F238E27FC236}">
                    <a16:creationId xmlns:a16="http://schemas.microsoft.com/office/drawing/2014/main" id="{1D9051B1-3D46-E990-C3C1-0D752CBDAC18}"/>
                  </a:ext>
                </a:extLst>
              </p:cNvPr>
              <p:cNvSpPr txBox="1">
                <a:spLocks noRot="1" noChangeAspect="1" noMove="1" noResize="1" noEditPoints="1" noAdjustHandles="1" noChangeArrowheads="1" noChangeShapeType="1" noTextEdit="1"/>
              </p:cNvSpPr>
              <p:nvPr/>
            </p:nvSpPr>
            <p:spPr>
              <a:xfrm>
                <a:off x="452120" y="2976171"/>
                <a:ext cx="5364480" cy="369332"/>
              </a:xfrm>
              <a:prstGeom prst="rect">
                <a:avLst/>
              </a:prstGeom>
              <a:blipFill>
                <a:blip r:embed="rId6"/>
                <a:stretch>
                  <a:fillRect l="-909" t="-6557" b="-2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9B7F02E-E06C-2D7C-EDFF-C1DF1167B7BE}"/>
                  </a:ext>
                </a:extLst>
              </p:cNvPr>
              <p:cNvSpPr txBox="1"/>
              <p:nvPr/>
            </p:nvSpPr>
            <p:spPr>
              <a:xfrm>
                <a:off x="1162403" y="4311615"/>
                <a:ext cx="3692741" cy="5479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𝑠𝑥</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𝑘</m:t>
                          </m:r>
                        </m:e>
                        <m:sub>
                          <m:r>
                            <a:rPr lang="en-US" sz="1600" b="0" i="1" smtClean="0">
                              <a:latin typeface="Cambria Math" panose="02040503050406030204" pitchFamily="18" charset="0"/>
                            </a:rPr>
                            <m:t>𝑜</m:t>
                          </m:r>
                        </m:sub>
                      </m:sSub>
                      <m:d>
                        <m:dPr>
                          <m:begChr m:val="["/>
                          <m:endChr m:val="]"/>
                          <m:ctrlPr>
                            <a:rPr lang="en-US" sz="1600" b="0" i="1" smtClean="0">
                              <a:latin typeface="Cambria Math" panose="02040503050406030204" pitchFamily="18" charset="0"/>
                            </a:rPr>
                          </m:ctrlPr>
                        </m:dP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r>
                            <m:rPr>
                              <m:sty m:val="p"/>
                            </m:rPr>
                            <a:rPr lang="en-US" sz="1600" b="0" i="0" smtClean="0">
                              <a:latin typeface="Cambria Math" panose="02040503050406030204" pitchFamily="18" charset="0"/>
                            </a:rPr>
                            <m:t>sin</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𝜃</m:t>
                              </m:r>
                            </m:e>
                          </m:d>
                          <m:r>
                            <a:rPr lang="en-US" sz="1600" b="0" i="1" smtClean="0">
                              <a:latin typeface="Cambria Math" panose="02040503050406030204" pitchFamily="18" charset="0"/>
                            </a:rPr>
                            <m:t>+2</m:t>
                          </m:r>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func>
                            <m:funcPr>
                              <m:ctrlPr>
                                <a:rPr lang="en-US" sz="1600" b="0" i="1" smtClean="0">
                                  <a:latin typeface="Cambria Math" panose="02040503050406030204" pitchFamily="18" charset="0"/>
                                </a:rPr>
                              </m:ctrlPr>
                            </m:funcPr>
                            <m:fName>
                              <m:sSup>
                                <m:sSupPr>
                                  <m:ctrlPr>
                                    <a:rPr lang="en-US" sz="1600" b="0" i="1" smtClean="0">
                                      <a:latin typeface="Cambria Math" panose="02040503050406030204" pitchFamily="18" charset="0"/>
                                    </a:rPr>
                                  </m:ctrlPr>
                                </m:sSupPr>
                                <m:e>
                                  <m:r>
                                    <m:rPr>
                                      <m:sty m:val="p"/>
                                    </m:rPr>
                                    <a:rPr lang="en-US" sz="1600" b="0" i="0" smtClean="0">
                                      <a:latin typeface="Cambria Math" panose="02040503050406030204" pitchFamily="18" charset="0"/>
                                    </a:rPr>
                                    <m:t>sin</m:t>
                                  </m:r>
                                </m:e>
                                <m:sup>
                                  <m:r>
                                    <a:rPr lang="en-US" sz="1600" b="0" i="1" smtClean="0">
                                      <a:latin typeface="Cambria Math" panose="02040503050406030204" pitchFamily="18" charset="0"/>
                                    </a:rPr>
                                    <m:t>2</m:t>
                                  </m:r>
                                </m:sup>
                              </m:sSup>
                            </m:fName>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func>
                        </m:e>
                      </m:d>
                    </m:oMath>
                  </m:oMathPara>
                </a14:m>
                <a:endParaRPr lang="en-US" sz="1600" dirty="0"/>
              </a:p>
            </p:txBody>
          </p:sp>
        </mc:Choice>
        <mc:Fallback xmlns="">
          <p:sp>
            <p:nvSpPr>
              <p:cNvPr id="9" name="TextBox 8">
                <a:extLst>
                  <a:ext uri="{FF2B5EF4-FFF2-40B4-BE49-F238E27FC236}">
                    <a16:creationId xmlns:a16="http://schemas.microsoft.com/office/drawing/2014/main" id="{99B7F02E-E06C-2D7C-EDFF-C1DF1167B7BE}"/>
                  </a:ext>
                </a:extLst>
              </p:cNvPr>
              <p:cNvSpPr txBox="1">
                <a:spLocks noRot="1" noChangeAspect="1" noMove="1" noResize="1" noEditPoints="1" noAdjustHandles="1" noChangeArrowheads="1" noChangeShapeType="1" noTextEdit="1"/>
              </p:cNvSpPr>
              <p:nvPr/>
            </p:nvSpPr>
            <p:spPr>
              <a:xfrm>
                <a:off x="1162403" y="4311615"/>
                <a:ext cx="3692741" cy="54797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4506AC5-EC6B-D03A-46E0-07A0595636BA}"/>
                  </a:ext>
                </a:extLst>
              </p:cNvPr>
              <p:cNvSpPr txBox="1"/>
              <p:nvPr/>
            </p:nvSpPr>
            <p:spPr>
              <a:xfrm>
                <a:off x="274320" y="5012466"/>
                <a:ext cx="6512560" cy="369332"/>
              </a:xfrm>
              <a:prstGeom prst="rect">
                <a:avLst/>
              </a:prstGeom>
              <a:noFill/>
            </p:spPr>
            <p:txBody>
              <a:bodyPr wrap="square" rtlCol="0">
                <a:spAutoFit/>
              </a:bodyPr>
              <a:lstStyle/>
              <a:p>
                <a:r>
                  <a:rPr lang="en-US" dirty="0"/>
                  <a:t>Apply double angle identity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2</m:t>
                            </m:r>
                            <m:r>
                              <a:rPr lang="en-US" b="0" i="1" smtClean="0">
                                <a:latin typeface="Cambria Math" panose="02040503050406030204" pitchFamily="18" charset="0"/>
                              </a:rPr>
                              <m:t>𝛼</m:t>
                            </m:r>
                          </m:e>
                        </m:d>
                      </m:e>
                    </m:func>
                    <m:r>
                      <a:rPr lang="en-US" b="0" i="1" smtClean="0">
                        <a:latin typeface="Cambria Math" panose="02040503050406030204" pitchFamily="18" charset="0"/>
                      </a:rPr>
                      <m:t>=2</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𝛼</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𝛼</m:t>
                            </m:r>
                          </m:e>
                        </m:d>
                      </m:e>
                    </m:func>
                  </m:oMath>
                </a14:m>
                <a:endParaRPr lang="en-US" dirty="0"/>
              </a:p>
            </p:txBody>
          </p:sp>
        </mc:Choice>
        <mc:Fallback xmlns="">
          <p:sp>
            <p:nvSpPr>
              <p:cNvPr id="10" name="TextBox 9">
                <a:extLst>
                  <a:ext uri="{FF2B5EF4-FFF2-40B4-BE49-F238E27FC236}">
                    <a16:creationId xmlns:a16="http://schemas.microsoft.com/office/drawing/2014/main" id="{44506AC5-EC6B-D03A-46E0-07A0595636BA}"/>
                  </a:ext>
                </a:extLst>
              </p:cNvPr>
              <p:cNvSpPr txBox="1">
                <a:spLocks noRot="1" noChangeAspect="1" noMove="1" noResize="1" noEditPoints="1" noAdjustHandles="1" noChangeArrowheads="1" noChangeShapeType="1" noTextEdit="1"/>
              </p:cNvSpPr>
              <p:nvPr/>
            </p:nvSpPr>
            <p:spPr>
              <a:xfrm>
                <a:off x="274320" y="5012466"/>
                <a:ext cx="6512560" cy="369332"/>
              </a:xfrm>
              <a:prstGeom prst="rect">
                <a:avLst/>
              </a:prstGeom>
              <a:blipFill>
                <a:blip r:embed="rId8"/>
                <a:stretch>
                  <a:fillRect l="-749" t="-6557" b="-2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F390F48-B8B6-A09C-ED54-9407EDCC8938}"/>
                  </a:ext>
                </a:extLst>
              </p:cNvPr>
              <p:cNvSpPr txBox="1"/>
              <p:nvPr/>
            </p:nvSpPr>
            <p:spPr>
              <a:xfrm>
                <a:off x="730603" y="5686818"/>
                <a:ext cx="4648196" cy="5532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𝑠𝑥</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𝑘</m:t>
                          </m:r>
                        </m:e>
                        <m:sub>
                          <m:r>
                            <a:rPr lang="en-US" sz="1600" b="0" i="1" smtClean="0">
                              <a:latin typeface="Cambria Math" panose="02040503050406030204" pitchFamily="18" charset="0"/>
                            </a:rPr>
                            <m:t>𝑜</m:t>
                          </m:r>
                        </m:sub>
                      </m:sSub>
                      <m:d>
                        <m:dPr>
                          <m:begChr m:val="["/>
                          <m:endChr m:val="]"/>
                          <m:ctrlPr>
                            <a:rPr lang="en-US" sz="1600" b="0" i="1" smtClean="0">
                              <a:latin typeface="Cambria Math" panose="02040503050406030204" pitchFamily="18" charset="0"/>
                            </a:rPr>
                          </m:ctrlPr>
                        </m:dP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r>
                            <a:rPr lang="en-US" sz="1600" b="0" i="0" smtClean="0">
                              <a:latin typeface="Cambria Math" panose="02040503050406030204" pitchFamily="18" charset="0"/>
                            </a:rPr>
                            <m:t>2</m:t>
                          </m:r>
                          <m:r>
                            <m:rPr>
                              <m:sty m:val="p"/>
                            </m:rPr>
                            <a:rPr lang="en-US" sz="1600" b="0" i="0" smtClean="0">
                              <a:latin typeface="Cambria Math" panose="02040503050406030204" pitchFamily="18" charset="0"/>
                            </a:rPr>
                            <m:t>sin</m:t>
                          </m:r>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r>
                            <a:rPr lang="en-US" sz="1600" b="0" i="1" smtClean="0">
                              <a:latin typeface="Cambria Math" panose="02040503050406030204" pitchFamily="18" charset="0"/>
                            </a:rPr>
                            <m:t>+2</m:t>
                          </m:r>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func>
                            <m:funcPr>
                              <m:ctrlPr>
                                <a:rPr lang="en-US" sz="1600" b="0" i="1" smtClean="0">
                                  <a:latin typeface="Cambria Math" panose="02040503050406030204" pitchFamily="18" charset="0"/>
                                </a:rPr>
                              </m:ctrlPr>
                            </m:funcPr>
                            <m:fName>
                              <m:sSup>
                                <m:sSupPr>
                                  <m:ctrlPr>
                                    <a:rPr lang="en-US" sz="1600" b="0" i="1" smtClean="0">
                                      <a:latin typeface="Cambria Math" panose="02040503050406030204" pitchFamily="18" charset="0"/>
                                    </a:rPr>
                                  </m:ctrlPr>
                                </m:sSupPr>
                                <m:e>
                                  <m:r>
                                    <m:rPr>
                                      <m:sty m:val="p"/>
                                    </m:rPr>
                                    <a:rPr lang="en-US" sz="1600" b="0" i="0" smtClean="0">
                                      <a:latin typeface="Cambria Math" panose="02040503050406030204" pitchFamily="18" charset="0"/>
                                    </a:rPr>
                                    <m:t>sin</m:t>
                                  </m:r>
                                </m:e>
                                <m:sup>
                                  <m:r>
                                    <a:rPr lang="en-US" sz="1600" b="0" i="1" smtClean="0">
                                      <a:latin typeface="Cambria Math" panose="02040503050406030204" pitchFamily="18" charset="0"/>
                                    </a:rPr>
                                    <m:t>2</m:t>
                                  </m:r>
                                </m:sup>
                              </m:sSup>
                            </m:fName>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func>
                        </m:e>
                      </m:d>
                    </m:oMath>
                  </m:oMathPara>
                </a14:m>
                <a:endParaRPr lang="en-US" sz="1600" dirty="0"/>
              </a:p>
            </p:txBody>
          </p:sp>
        </mc:Choice>
        <mc:Fallback xmlns="">
          <p:sp>
            <p:nvSpPr>
              <p:cNvPr id="11" name="TextBox 10">
                <a:extLst>
                  <a:ext uri="{FF2B5EF4-FFF2-40B4-BE49-F238E27FC236}">
                    <a16:creationId xmlns:a16="http://schemas.microsoft.com/office/drawing/2014/main" id="{6F390F48-B8B6-A09C-ED54-9407EDCC8938}"/>
                  </a:ext>
                </a:extLst>
              </p:cNvPr>
              <p:cNvSpPr txBox="1">
                <a:spLocks noRot="1" noChangeAspect="1" noMove="1" noResize="1" noEditPoints="1" noAdjustHandles="1" noChangeArrowheads="1" noChangeShapeType="1" noTextEdit="1"/>
              </p:cNvSpPr>
              <p:nvPr/>
            </p:nvSpPr>
            <p:spPr>
              <a:xfrm>
                <a:off x="730603" y="5686818"/>
                <a:ext cx="4648196" cy="553228"/>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1555F24-DB4A-1C7E-7BB5-FFF4DE576FBF}"/>
                  </a:ext>
                </a:extLst>
              </p:cNvPr>
              <p:cNvSpPr txBox="1"/>
              <p:nvPr/>
            </p:nvSpPr>
            <p:spPr>
              <a:xfrm>
                <a:off x="6055360" y="1449175"/>
                <a:ext cx="7147560" cy="646331"/>
              </a:xfrm>
              <a:prstGeom prst="rect">
                <a:avLst/>
              </a:prstGeom>
              <a:noFill/>
            </p:spPr>
            <p:txBody>
              <a:bodyPr wrap="square" rtlCol="0">
                <a:spAutoFit/>
              </a:bodyPr>
              <a:lstStyle/>
              <a:p>
                <a:r>
                  <a:rPr lang="en-US" dirty="0"/>
                  <a:t>Apply subtraction identity </a:t>
                </a:r>
              </a:p>
              <a:p>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𝛼</m:t>
                              </m:r>
                              <m:r>
                                <a:rPr lang="en-US" b="0" i="1" smtClean="0">
                                  <a:latin typeface="Cambria Math" panose="02040503050406030204" pitchFamily="18" charset="0"/>
                                </a:rPr>
                                <m:t>−</m:t>
                              </m:r>
                              <m:r>
                                <a:rPr lang="en-US" b="0" i="1" smtClean="0">
                                  <a:latin typeface="Cambria Math" panose="02040503050406030204" pitchFamily="18" charset="0"/>
                                </a:rPr>
                                <m:t>𝛽</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𝛼</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𝛽</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𝛼</m:t>
                              </m:r>
                            </m:e>
                          </m:d>
                        </m:e>
                      </m:func>
                      <m:r>
                        <m:rPr>
                          <m:sty m:val="p"/>
                        </m:rPr>
                        <a:rPr lang="en-US" b="0" i="0" smtClean="0">
                          <a:latin typeface="Cambria Math" panose="02040503050406030204" pitchFamily="18" charset="0"/>
                        </a:rPr>
                        <m:t>sin</m:t>
                      </m:r>
                      <m:r>
                        <a:rPr lang="en-US" b="0" i="1" smtClean="0">
                          <a:latin typeface="Cambria Math" panose="02040503050406030204" pitchFamily="18" charset="0"/>
                        </a:rPr>
                        <m:t>⁡(</m:t>
                      </m:r>
                      <m:r>
                        <a:rPr lang="en-US" b="0" i="1" smtClean="0">
                          <a:latin typeface="Cambria Math" panose="02040503050406030204" pitchFamily="18" charset="0"/>
                        </a:rPr>
                        <m:t>𝛽</m:t>
                      </m:r>
                      <m:r>
                        <a:rPr lang="en-US" b="0" i="1" smtClean="0">
                          <a:latin typeface="Cambria Math" panose="02040503050406030204" pitchFamily="18" charset="0"/>
                        </a:rPr>
                        <m:t>)</m:t>
                      </m:r>
                    </m:oMath>
                  </m:oMathPara>
                </a14:m>
                <a:endParaRPr lang="en-US" dirty="0"/>
              </a:p>
            </p:txBody>
          </p:sp>
        </mc:Choice>
        <mc:Fallback xmlns="">
          <p:sp>
            <p:nvSpPr>
              <p:cNvPr id="12" name="TextBox 11">
                <a:extLst>
                  <a:ext uri="{FF2B5EF4-FFF2-40B4-BE49-F238E27FC236}">
                    <a16:creationId xmlns:a16="http://schemas.microsoft.com/office/drawing/2014/main" id="{11555F24-DB4A-1C7E-7BB5-FFF4DE576FBF}"/>
                  </a:ext>
                </a:extLst>
              </p:cNvPr>
              <p:cNvSpPr txBox="1">
                <a:spLocks noRot="1" noChangeAspect="1" noMove="1" noResize="1" noEditPoints="1" noAdjustHandles="1" noChangeArrowheads="1" noChangeShapeType="1" noTextEdit="1"/>
              </p:cNvSpPr>
              <p:nvPr/>
            </p:nvSpPr>
            <p:spPr>
              <a:xfrm>
                <a:off x="6055360" y="1449175"/>
                <a:ext cx="7147560" cy="646331"/>
              </a:xfrm>
              <a:prstGeom prst="rect">
                <a:avLst/>
              </a:prstGeom>
              <a:blipFill>
                <a:blip r:embed="rId10"/>
                <a:stretch>
                  <a:fillRect l="-682" t="-4717" b="-66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4B9E0DF-3E9F-9C90-0126-5E52BFE1702C}"/>
                  </a:ext>
                </a:extLst>
              </p:cNvPr>
              <p:cNvSpPr txBox="1"/>
              <p:nvPr/>
            </p:nvSpPr>
            <p:spPr>
              <a:xfrm>
                <a:off x="6552283" y="539143"/>
                <a:ext cx="4631589" cy="5532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𝑠𝑥</m:t>
                          </m:r>
                        </m:sub>
                      </m:sSub>
                      <m:r>
                        <a:rPr lang="en-US" sz="1600" b="0" i="1" smtClean="0">
                          <a:latin typeface="Cambria Math" panose="02040503050406030204" pitchFamily="18" charset="0"/>
                        </a:rPr>
                        <m:t>=2</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𝑘</m:t>
                          </m:r>
                        </m:e>
                        <m:sub>
                          <m:r>
                            <a:rPr lang="en-US" sz="1600" b="0" i="1" smtClean="0">
                              <a:latin typeface="Cambria Math" panose="02040503050406030204" pitchFamily="18" charset="0"/>
                            </a:rPr>
                            <m:t>𝑜</m:t>
                          </m:r>
                        </m:sub>
                      </m:sSub>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d>
                        <m:dPr>
                          <m:begChr m:val="["/>
                          <m:endChr m:val="]"/>
                          <m:ctrlPr>
                            <a:rPr lang="en-US" sz="1600" b="0" i="1" smtClean="0">
                              <a:latin typeface="Cambria Math" panose="02040503050406030204" pitchFamily="18" charset="0"/>
                            </a:rPr>
                          </m:ctrlPr>
                        </m:dP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r>
                            <a:rPr lang="en-US" sz="1600" b="0" i="1" smtClean="0">
                              <a:latin typeface="Cambria Math" panose="02040503050406030204" pitchFamily="18" charset="0"/>
                            </a:rPr>
                            <m:t>+</m:t>
                          </m:r>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func>
                            <m:funcPr>
                              <m:ctrlPr>
                                <a:rPr lang="en-US" sz="1600" b="0" i="1" smtClean="0">
                                  <a:latin typeface="Cambria Math" panose="02040503050406030204" pitchFamily="18" charset="0"/>
                                </a:rPr>
                              </m:ctrlPr>
                            </m:funcPr>
                            <m:fName>
                              <m:r>
                                <a:rPr lang="en-US" sz="1600" b="0" i="1" smtClean="0">
                                  <a:latin typeface="Cambria Math" panose="02040503050406030204" pitchFamily="18" charset="0"/>
                                </a:rPr>
                                <m:t>𝑠𝑖𝑛</m:t>
                              </m:r>
                            </m:fName>
                            <m:e>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e>
                      </m:d>
                    </m:oMath>
                  </m:oMathPara>
                </a14:m>
                <a:endParaRPr lang="en-US" sz="1600" dirty="0"/>
              </a:p>
            </p:txBody>
          </p:sp>
        </mc:Choice>
        <mc:Fallback xmlns="">
          <p:sp>
            <p:nvSpPr>
              <p:cNvPr id="14" name="TextBox 13">
                <a:extLst>
                  <a:ext uri="{FF2B5EF4-FFF2-40B4-BE49-F238E27FC236}">
                    <a16:creationId xmlns:a16="http://schemas.microsoft.com/office/drawing/2014/main" id="{34B9E0DF-3E9F-9C90-0126-5E52BFE1702C}"/>
                  </a:ext>
                </a:extLst>
              </p:cNvPr>
              <p:cNvSpPr txBox="1">
                <a:spLocks noRot="1" noChangeAspect="1" noMove="1" noResize="1" noEditPoints="1" noAdjustHandles="1" noChangeArrowheads="1" noChangeShapeType="1" noTextEdit="1"/>
              </p:cNvSpPr>
              <p:nvPr/>
            </p:nvSpPr>
            <p:spPr>
              <a:xfrm>
                <a:off x="6552283" y="539143"/>
                <a:ext cx="4631589" cy="553228"/>
              </a:xfrm>
              <a:prstGeom prst="rect">
                <a:avLst/>
              </a:prstGeom>
              <a:blipFill>
                <a:blip r:embed="rId11"/>
                <a:stretch>
                  <a:fillRect b="-10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994DAF7-4B7C-B306-53C2-4B058D967D23}"/>
                  </a:ext>
                </a:extLst>
              </p:cNvPr>
              <p:cNvSpPr txBox="1"/>
              <p:nvPr/>
            </p:nvSpPr>
            <p:spPr>
              <a:xfrm>
                <a:off x="7299043" y="2279691"/>
                <a:ext cx="2860206" cy="5532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𝑠𝑥</m:t>
                          </m:r>
                        </m:sub>
                      </m:sSub>
                      <m:r>
                        <a:rPr lang="en-US" sz="1600" b="0" i="1" smtClean="0">
                          <a:latin typeface="Cambria Math" panose="02040503050406030204" pitchFamily="18" charset="0"/>
                        </a:rPr>
                        <m:t>=2</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𝑘</m:t>
                          </m:r>
                        </m:e>
                        <m:sub>
                          <m:r>
                            <a:rPr lang="en-US" sz="1600" b="0" i="1" smtClean="0">
                              <a:latin typeface="Cambria Math" panose="02040503050406030204" pitchFamily="18" charset="0"/>
                            </a:rPr>
                            <m:t>𝑜</m:t>
                          </m:r>
                        </m:sub>
                      </m:sSub>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d>
                        <m:dPr>
                          <m:begChr m:val="["/>
                          <m:endChr m:val="]"/>
                          <m:ctrlPr>
                            <a:rPr lang="en-US" sz="1600" b="0" i="1" smtClean="0">
                              <a:latin typeface="Cambria Math" panose="02040503050406030204" pitchFamily="18" charset="0"/>
                            </a:rPr>
                          </m:ctrlPr>
                        </m:dP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e>
                      </m:d>
                    </m:oMath>
                  </m:oMathPara>
                </a14:m>
                <a:endParaRPr lang="en-US" sz="1600" dirty="0"/>
              </a:p>
            </p:txBody>
          </p:sp>
        </mc:Choice>
        <mc:Fallback xmlns="">
          <p:sp>
            <p:nvSpPr>
              <p:cNvPr id="15" name="TextBox 14">
                <a:extLst>
                  <a:ext uri="{FF2B5EF4-FFF2-40B4-BE49-F238E27FC236}">
                    <a16:creationId xmlns:a16="http://schemas.microsoft.com/office/drawing/2014/main" id="{3994DAF7-4B7C-B306-53C2-4B058D967D23}"/>
                  </a:ext>
                </a:extLst>
              </p:cNvPr>
              <p:cNvSpPr txBox="1">
                <a:spLocks noRot="1" noChangeAspect="1" noMove="1" noResize="1" noEditPoints="1" noAdjustHandles="1" noChangeArrowheads="1" noChangeShapeType="1" noTextEdit="1"/>
              </p:cNvSpPr>
              <p:nvPr/>
            </p:nvSpPr>
            <p:spPr>
              <a:xfrm>
                <a:off x="7299043" y="2279691"/>
                <a:ext cx="2860206" cy="553228"/>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1DA429B-6884-C98D-D9A8-86035E8244BD}"/>
                  </a:ext>
                </a:extLst>
              </p:cNvPr>
              <p:cNvSpPr txBox="1"/>
              <p:nvPr/>
            </p:nvSpPr>
            <p:spPr>
              <a:xfrm>
                <a:off x="7197443" y="3345503"/>
                <a:ext cx="3156120" cy="5532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𝑠𝑥</m:t>
                          </m:r>
                        </m:sub>
                      </m:sSub>
                      <m:r>
                        <a:rPr lang="en-US" sz="1600" b="0" i="1" smtClean="0">
                          <a:latin typeface="Cambria Math" panose="02040503050406030204" pitchFamily="18" charset="0"/>
                        </a:rPr>
                        <m:t>=2</m:t>
                      </m:r>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2</m:t>
                              </m:r>
                              <m:r>
                                <a:rPr lang="en-US" sz="1600" b="0" i="1" smtClean="0">
                                  <a:latin typeface="Cambria Math" panose="02040503050406030204" pitchFamily="18" charset="0"/>
                                </a:rPr>
                                <m:t>𝜋</m:t>
                              </m:r>
                            </m:num>
                            <m:den>
                              <m:r>
                                <a:rPr lang="en-US" sz="1600" b="0" i="1" smtClean="0">
                                  <a:latin typeface="Cambria Math" panose="02040503050406030204" pitchFamily="18" charset="0"/>
                                </a:rPr>
                                <m:t>𝜆</m:t>
                              </m:r>
                            </m:den>
                          </m:f>
                        </m:e>
                      </m:d>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d>
                        <m:dPr>
                          <m:begChr m:val="["/>
                          <m:endChr m:val="]"/>
                          <m:ctrlPr>
                            <a:rPr lang="en-US" sz="1600" b="0" i="1" smtClean="0">
                              <a:latin typeface="Cambria Math" panose="02040503050406030204" pitchFamily="18" charset="0"/>
                            </a:rPr>
                          </m:ctrlPr>
                        </m:dP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e>
                      </m:d>
                    </m:oMath>
                  </m:oMathPara>
                </a14:m>
                <a:endParaRPr lang="en-US" sz="1600" dirty="0"/>
              </a:p>
            </p:txBody>
          </p:sp>
        </mc:Choice>
        <mc:Fallback xmlns="">
          <p:sp>
            <p:nvSpPr>
              <p:cNvPr id="17" name="TextBox 16">
                <a:extLst>
                  <a:ext uri="{FF2B5EF4-FFF2-40B4-BE49-F238E27FC236}">
                    <a16:creationId xmlns:a16="http://schemas.microsoft.com/office/drawing/2014/main" id="{21DA429B-6884-C98D-D9A8-86035E8244BD}"/>
                  </a:ext>
                </a:extLst>
              </p:cNvPr>
              <p:cNvSpPr txBox="1">
                <a:spLocks noRot="1" noChangeAspect="1" noMove="1" noResize="1" noEditPoints="1" noAdjustHandles="1" noChangeArrowheads="1" noChangeShapeType="1" noTextEdit="1"/>
              </p:cNvSpPr>
              <p:nvPr/>
            </p:nvSpPr>
            <p:spPr>
              <a:xfrm>
                <a:off x="7197443" y="3345503"/>
                <a:ext cx="3156120" cy="553228"/>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2F596E5-70FA-CE77-DC91-526085BA5585}"/>
                  </a:ext>
                </a:extLst>
              </p:cNvPr>
              <p:cNvSpPr txBox="1"/>
              <p:nvPr/>
            </p:nvSpPr>
            <p:spPr>
              <a:xfrm>
                <a:off x="7290017" y="4032372"/>
                <a:ext cx="3008131" cy="5532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𝑠𝑥</m:t>
                          </m:r>
                        </m:sub>
                      </m:sSub>
                      <m:r>
                        <a:rPr lang="en-US" sz="1600" b="0" i="1" smtClean="0">
                          <a:latin typeface="Cambria Math" panose="02040503050406030204" pitchFamily="18" charset="0"/>
                        </a:rPr>
                        <m:t>=</m:t>
                      </m:r>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4</m:t>
                              </m:r>
                              <m:r>
                                <a:rPr lang="en-US" sz="1600" b="0" i="1" smtClean="0">
                                  <a:latin typeface="Cambria Math" panose="02040503050406030204" pitchFamily="18" charset="0"/>
                                </a:rPr>
                                <m:t>𝜋</m:t>
                              </m:r>
                            </m:num>
                            <m:den>
                              <m:r>
                                <a:rPr lang="en-US" sz="1600" b="0" i="1" smtClean="0">
                                  <a:latin typeface="Cambria Math" panose="02040503050406030204" pitchFamily="18" charset="0"/>
                                </a:rPr>
                                <m:t>𝜆</m:t>
                              </m:r>
                            </m:den>
                          </m:f>
                        </m:e>
                      </m:d>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d>
                        <m:dPr>
                          <m:begChr m:val="["/>
                          <m:endChr m:val="]"/>
                          <m:ctrlPr>
                            <a:rPr lang="en-US" sz="1600" b="0" i="1" smtClean="0">
                              <a:latin typeface="Cambria Math" panose="02040503050406030204" pitchFamily="18" charset="0"/>
                            </a:rPr>
                          </m:ctrlPr>
                        </m:dP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e>
                      </m:d>
                    </m:oMath>
                  </m:oMathPara>
                </a14:m>
                <a:endParaRPr lang="en-US" sz="1600" dirty="0"/>
              </a:p>
            </p:txBody>
          </p:sp>
        </mc:Choice>
        <mc:Fallback xmlns="">
          <p:sp>
            <p:nvSpPr>
              <p:cNvPr id="18" name="TextBox 17">
                <a:extLst>
                  <a:ext uri="{FF2B5EF4-FFF2-40B4-BE49-F238E27FC236}">
                    <a16:creationId xmlns:a16="http://schemas.microsoft.com/office/drawing/2014/main" id="{B2F596E5-70FA-CE77-DC91-526085BA5585}"/>
                  </a:ext>
                </a:extLst>
              </p:cNvPr>
              <p:cNvSpPr txBox="1">
                <a:spLocks noRot="1" noChangeAspect="1" noMove="1" noResize="1" noEditPoints="1" noAdjustHandles="1" noChangeArrowheads="1" noChangeShapeType="1" noTextEdit="1"/>
              </p:cNvSpPr>
              <p:nvPr/>
            </p:nvSpPr>
            <p:spPr>
              <a:xfrm>
                <a:off x="7290017" y="4032372"/>
                <a:ext cx="3008131" cy="553228"/>
              </a:xfrm>
              <a:prstGeom prst="rect">
                <a:avLst/>
              </a:prstGeom>
              <a:blipFill>
                <a:blip r:embed="rId14"/>
                <a:stretch>
                  <a:fillRect b="-10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DC65BDF-7C96-575C-5A26-C03003208128}"/>
                  </a:ext>
                </a:extLst>
              </p:cNvPr>
              <p:cNvSpPr txBox="1"/>
              <p:nvPr/>
            </p:nvSpPr>
            <p:spPr>
              <a:xfrm>
                <a:off x="7973611" y="4818331"/>
                <a:ext cx="1964512" cy="5532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𝑠𝑥</m:t>
                          </m:r>
                        </m:sub>
                      </m:sSub>
                      <m:r>
                        <a:rPr lang="en-US" sz="1600" b="0" i="1" smtClean="0">
                          <a:latin typeface="Cambria Math" panose="02040503050406030204" pitchFamily="18" charset="0"/>
                        </a:rPr>
                        <m:t>=</m:t>
                      </m:r>
                      <m:r>
                        <a:rPr lang="en-US" sz="1600" b="0" i="1" smtClean="0">
                          <a:latin typeface="Cambria Math" panose="02040503050406030204" pitchFamily="18" charset="0"/>
                        </a:rPr>
                        <m:t>𝑞</m:t>
                      </m:r>
                      <m:d>
                        <m:dPr>
                          <m:begChr m:val="["/>
                          <m:endChr m:val="]"/>
                          <m:ctrlPr>
                            <a:rPr lang="en-US" sz="1600" b="0" i="1" smtClean="0">
                              <a:latin typeface="Cambria Math" panose="02040503050406030204" pitchFamily="18" charset="0"/>
                            </a:rPr>
                          </m:ctrlPr>
                        </m:dP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e>
                      </m:d>
                    </m:oMath>
                  </m:oMathPara>
                </a14:m>
                <a:endParaRPr lang="en-US" sz="1600" dirty="0"/>
              </a:p>
            </p:txBody>
          </p:sp>
        </mc:Choice>
        <mc:Fallback xmlns="">
          <p:sp>
            <p:nvSpPr>
              <p:cNvPr id="19" name="TextBox 18">
                <a:extLst>
                  <a:ext uri="{FF2B5EF4-FFF2-40B4-BE49-F238E27FC236}">
                    <a16:creationId xmlns:a16="http://schemas.microsoft.com/office/drawing/2014/main" id="{6DC65BDF-7C96-575C-5A26-C03003208128}"/>
                  </a:ext>
                </a:extLst>
              </p:cNvPr>
              <p:cNvSpPr txBox="1">
                <a:spLocks noRot="1" noChangeAspect="1" noMove="1" noResize="1" noEditPoints="1" noAdjustHandles="1" noChangeArrowheads="1" noChangeShapeType="1" noTextEdit="1"/>
              </p:cNvSpPr>
              <p:nvPr/>
            </p:nvSpPr>
            <p:spPr>
              <a:xfrm>
                <a:off x="7973611" y="4818331"/>
                <a:ext cx="1964512" cy="553228"/>
              </a:xfrm>
              <a:prstGeom prst="rect">
                <a:avLst/>
              </a:prstGeom>
              <a:blipFill>
                <a:blip r:embed="rId15"/>
                <a:stretch>
                  <a:fillRect b="-1099"/>
                </a:stretch>
              </a:blipFill>
            </p:spPr>
            <p:txBody>
              <a:bodyPr/>
              <a:lstStyle/>
              <a:p>
                <a:r>
                  <a:rPr lang="en-US">
                    <a:noFill/>
                  </a:rPr>
                  <a:t> </a:t>
                </a:r>
              </a:p>
            </p:txBody>
          </p:sp>
        </mc:Fallback>
      </mc:AlternateContent>
    </p:spTree>
    <p:extLst>
      <p:ext uri="{BB962C8B-B14F-4D97-AF65-F5344CB8AC3E}">
        <p14:creationId xmlns:p14="http://schemas.microsoft.com/office/powerpoint/2010/main" val="2218291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D62F2-6CAF-0531-D20E-8B162816356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48702B6-8A1E-F84E-A74E-6552C25B5808}"/>
                  </a:ext>
                </a:extLst>
              </p:cNvPr>
              <p:cNvSpPr>
                <a:spLocks noGrp="1"/>
              </p:cNvSpPr>
              <p:nvPr>
                <p:ph type="title"/>
              </p:nvPr>
            </p:nvSpPr>
            <p:spPr/>
            <p:txBody>
              <a:bodyPr/>
              <a:lstStyle/>
              <a:p>
                <a:r>
                  <a:rPr lang="en-US" dirty="0"/>
                  <a:t>Solve 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𝑠𝑧</m:t>
                        </m:r>
                      </m:sub>
                    </m:sSub>
                  </m:oMath>
                </a14:m>
                <a:endParaRPr lang="en-US" dirty="0"/>
              </a:p>
            </p:txBody>
          </p:sp>
        </mc:Choice>
        <mc:Fallback xmlns="">
          <p:sp>
            <p:nvSpPr>
              <p:cNvPr id="2" name="Title 1">
                <a:extLst>
                  <a:ext uri="{FF2B5EF4-FFF2-40B4-BE49-F238E27FC236}">
                    <a16:creationId xmlns:a16="http://schemas.microsoft.com/office/drawing/2014/main" id="{148702B6-8A1E-F84E-A74E-6552C25B5808}"/>
                  </a:ext>
                </a:extLst>
              </p:cNvPr>
              <p:cNvSpPr>
                <a:spLocks noGrp="1" noRot="1" noChangeAspect="1" noMove="1" noResize="1" noEditPoints="1" noAdjustHandles="1" noChangeArrowheads="1" noChangeShapeType="1" noTextEdit="1"/>
              </p:cNvSpPr>
              <p:nvPr>
                <p:ph type="title"/>
              </p:nvPr>
            </p:nvSpPr>
            <p:spPr>
              <a:blipFill>
                <a:blip r:embed="rId2"/>
                <a:stretch>
                  <a:fillRect l="-20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784521E-3E32-8EE7-4EB4-4CDCC6C92231}"/>
                  </a:ext>
                </a:extLst>
              </p:cNvPr>
              <p:cNvSpPr txBox="1"/>
              <p:nvPr/>
            </p:nvSpPr>
            <p:spPr>
              <a:xfrm>
                <a:off x="899160" y="2433195"/>
                <a:ext cx="4206729"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𝑠𝑧</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𝑘</m:t>
                          </m:r>
                        </m:e>
                        <m:sub>
                          <m:r>
                            <a:rPr lang="en-US" sz="1600" b="0" i="1" smtClean="0">
                              <a:latin typeface="Cambria Math" panose="02040503050406030204" pitchFamily="18" charset="0"/>
                            </a:rPr>
                            <m:t>𝑜</m:t>
                          </m:r>
                        </m:sub>
                      </m:sSub>
                      <m:d>
                        <m:dPr>
                          <m:begChr m:val="["/>
                          <m:endChr m:val="]"/>
                          <m:ctrlPr>
                            <a:rPr lang="en-US" sz="1600" b="0" i="1" smtClean="0">
                              <a:latin typeface="Cambria Math" panose="02040503050406030204" pitchFamily="18" charset="0"/>
                            </a:rPr>
                          </m:ctrlPr>
                        </m:dP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r>
                            <m:rPr>
                              <m:sty m:val="p"/>
                            </m:rPr>
                            <a:rPr lang="en-US" sz="1600" b="0" i="0" smtClean="0">
                              <a:latin typeface="Cambria Math" panose="02040503050406030204" pitchFamily="18" charset="0"/>
                            </a:rPr>
                            <m:t>sin</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𝜃</m:t>
                              </m:r>
                            </m:e>
                          </m:d>
                          <m:r>
                            <a:rPr lang="en-US" sz="1600" b="0" i="1" smtClean="0">
                              <a:latin typeface="Cambria Math" panose="02040503050406030204" pitchFamily="18" charset="0"/>
                            </a:rPr>
                            <m:t>+</m:t>
                          </m:r>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d>
                            <m:dPr>
                              <m:ctrlPr>
                                <a:rPr lang="en-US" sz="1600" b="0" i="1" smtClean="0">
                                  <a:latin typeface="Cambria Math" panose="02040503050406030204" pitchFamily="18" charset="0"/>
                                </a:rPr>
                              </m:ctrlPr>
                            </m:dP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𝜃</m:t>
                                      </m:r>
                                    </m:e>
                                  </m:d>
                                </m:e>
                              </m:func>
                              <m:r>
                                <a:rPr lang="en-US" sz="1600" b="0" i="1" smtClean="0">
                                  <a:latin typeface="Cambria Math" panose="02040503050406030204" pitchFamily="18" charset="0"/>
                                </a:rPr>
                                <m:t>−1</m:t>
                              </m:r>
                            </m:e>
                          </m:d>
                        </m:e>
                      </m:d>
                    </m:oMath>
                  </m:oMathPara>
                </a14:m>
                <a:endParaRPr lang="en-US" sz="1600" dirty="0"/>
              </a:p>
            </p:txBody>
          </p:sp>
        </mc:Choice>
        <mc:Fallback xmlns="">
          <p:sp>
            <p:nvSpPr>
              <p:cNvPr id="5" name="TextBox 4">
                <a:extLst>
                  <a:ext uri="{FF2B5EF4-FFF2-40B4-BE49-F238E27FC236}">
                    <a16:creationId xmlns:a16="http://schemas.microsoft.com/office/drawing/2014/main" id="{4784521E-3E32-8EE7-4EB4-4CDCC6C92231}"/>
                  </a:ext>
                </a:extLst>
              </p:cNvPr>
              <p:cNvSpPr txBox="1">
                <a:spLocks noRot="1" noChangeAspect="1" noMove="1" noResize="1" noEditPoints="1" noAdjustHandles="1" noChangeArrowheads="1" noChangeShapeType="1" noTextEdit="1"/>
              </p:cNvSpPr>
              <p:nvPr/>
            </p:nvSpPr>
            <p:spPr>
              <a:xfrm>
                <a:off x="899160" y="2433195"/>
                <a:ext cx="4206729" cy="246221"/>
              </a:xfrm>
              <a:prstGeom prst="rect">
                <a:avLst/>
              </a:prstGeom>
              <a:blipFill>
                <a:blip r:embed="rId3"/>
                <a:stretch>
                  <a:fillRect b="-317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ED22A59-13FB-6786-BC51-490D66D94A3B}"/>
                  </a:ext>
                </a:extLst>
              </p:cNvPr>
              <p:cNvSpPr txBox="1"/>
              <p:nvPr/>
            </p:nvSpPr>
            <p:spPr>
              <a:xfrm>
                <a:off x="452120" y="1353853"/>
                <a:ext cx="4624086" cy="7825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m:t>
                          </m:r>
                        </m:sub>
                      </m:sSub>
                      <m:r>
                        <a:rPr lang="en-US" sz="1600" b="0" i="1" smtClean="0">
                          <a:latin typeface="Cambria Math" panose="02040503050406030204" pitchFamily="18" charset="0"/>
                        </a:rPr>
                        <m:t>=</m:t>
                      </m:r>
                      <m:d>
                        <m:dPr>
                          <m:begChr m:val="["/>
                          <m:endChr m:val="]"/>
                          <m:ctrlPr>
                            <a:rPr lang="en-US" sz="1600" b="0" i="1" smtClean="0">
                              <a:latin typeface="Cambria Math" panose="02040503050406030204" pitchFamily="18" charset="0"/>
                            </a:rPr>
                          </m:ctrlPr>
                        </m:dPr>
                        <m:e>
                          <m:m>
                            <m:mPr>
                              <m:mcs>
                                <m:mc>
                                  <m:mcPr>
                                    <m:count m:val="1"/>
                                    <m:mcJc m:val="center"/>
                                  </m:mcPr>
                                </m:mc>
                              </m:mcs>
                              <m:ctrlPr>
                                <a:rPr lang="en-US" sz="1600" b="0" i="1" smtClean="0">
                                  <a:latin typeface="Cambria Math" panose="02040503050406030204" pitchFamily="18" charset="0"/>
                                </a:rPr>
                              </m:ctrlPr>
                            </m:mPr>
                            <m:m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𝑠𝑥</m:t>
                                    </m:r>
                                  </m:sub>
                                </m:sSub>
                              </m:e>
                            </m:mr>
                            <m:m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𝑠𝑦</m:t>
                                    </m:r>
                                  </m:sub>
                                </m:sSub>
                              </m:e>
                            </m:mr>
                            <m:m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𝑠𝑧</m:t>
                                    </m:r>
                                  </m:sub>
                                </m:sSub>
                              </m:e>
                            </m:mr>
                          </m:m>
                        </m:e>
                      </m:d>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𝑘</m:t>
                          </m:r>
                        </m:e>
                        <m:sub>
                          <m:r>
                            <a:rPr lang="en-US" sz="1600" b="0" i="1" smtClean="0">
                              <a:latin typeface="Cambria Math" panose="02040503050406030204" pitchFamily="18" charset="0"/>
                            </a:rPr>
                            <m:t>𝑜</m:t>
                          </m:r>
                        </m:sub>
                      </m:sSub>
                      <m:d>
                        <m:dPr>
                          <m:begChr m:val="["/>
                          <m:endChr m:val="]"/>
                          <m:ctrlPr>
                            <a:rPr lang="en-US" sz="1600" i="1" smtClean="0">
                              <a:latin typeface="Cambria Math" panose="02040503050406030204" pitchFamily="18" charset="0"/>
                            </a:rPr>
                          </m:ctrlPr>
                        </m:dPr>
                        <m:e>
                          <m:m>
                            <m:mPr>
                              <m:mcs>
                                <m:mc>
                                  <m:mcPr>
                                    <m:count m:val="3"/>
                                    <m:mcJc m:val="center"/>
                                  </m:mcPr>
                                </m:mc>
                              </m:mcs>
                              <m:ctrlPr>
                                <a:rPr lang="en-US" sz="1600" i="1">
                                  <a:latin typeface="Cambria Math" panose="02040503050406030204" pitchFamily="18" charset="0"/>
                                </a:rPr>
                              </m:ctrlPr>
                            </m:mPr>
                            <m:mr>
                              <m:e>
                                <m:r>
                                  <m:rPr>
                                    <m:sty m:val="p"/>
                                    <m:brk m:alnAt="7"/>
                                  </m:rPr>
                                  <a:rPr lang="en-US" sz="1600" b="0" i="0" smtClean="0">
                                    <a:latin typeface="Cambria Math" panose="02040503050406030204" pitchFamily="18" charset="0"/>
                                  </a:rPr>
                                  <m:t>c</m:t>
                                </m:r>
                                <m:r>
                                  <m:rPr>
                                    <m:sty m:val="p"/>
                                  </m:rPr>
                                  <a:rPr lang="en-US" sz="1600" b="0" i="0" smtClean="0">
                                    <a:latin typeface="Cambria Math" panose="02040503050406030204" pitchFamily="18" charset="0"/>
                                  </a:rPr>
                                  <m:t>os</m:t>
                                </m:r>
                                <m:r>
                                  <m:rPr>
                                    <m:brk m:alnAt="7"/>
                                  </m:rPr>
                                  <a:rPr lang="en-US" sz="1600" b="0" i="1" smtClean="0">
                                    <a:latin typeface="Cambria Math" panose="02040503050406030204" pitchFamily="18" charset="0"/>
                                  </a:rPr>
                                  <m:t>⁡</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e>
                                <m:r>
                                  <a:rPr lang="en-US" sz="1600" b="0" i="1" smtClean="0">
                                    <a:latin typeface="Cambria Math" panose="02040503050406030204" pitchFamily="18" charset="0"/>
                                  </a:rPr>
                                  <m:t>0</m:t>
                                </m:r>
                              </m:e>
                              <m:e>
                                <m:r>
                                  <a:rPr lang="en-US" sz="1600" b="0" i="1" smtClean="0">
                                    <a:latin typeface="Cambria Math" panose="02040503050406030204" pitchFamily="18" charset="0"/>
                                  </a:rPr>
                                  <m:t>−</m:t>
                                </m:r>
                                <m:r>
                                  <m:rPr>
                                    <m:sty m:val="p"/>
                                  </m:rPr>
                                  <a:rPr lang="en-US" sz="1600" b="0" i="0" smtClean="0">
                                    <a:latin typeface="Cambria Math" panose="02040503050406030204" pitchFamily="18" charset="0"/>
                                  </a:rPr>
                                  <m:t>sin</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mr>
                            <m:mr>
                              <m:e>
                                <m:r>
                                  <a:rPr lang="en-US" sz="1600" b="0" i="1" smtClean="0">
                                    <a:latin typeface="Cambria Math" panose="02040503050406030204" pitchFamily="18" charset="0"/>
                                  </a:rPr>
                                  <m:t>0</m:t>
                                </m:r>
                              </m:e>
                              <m:e>
                                <m:r>
                                  <a:rPr lang="en-US" sz="1600" i="1" smtClean="0">
                                    <a:latin typeface="Cambria Math" panose="02040503050406030204" pitchFamily="18" charset="0"/>
                                  </a:rPr>
                                  <m:t>1</m:t>
                                </m:r>
                              </m:e>
                              <m:e>
                                <m:r>
                                  <a:rPr lang="en-US" sz="1600" b="0" i="1" smtClean="0">
                                    <a:latin typeface="Cambria Math" panose="02040503050406030204" pitchFamily="18" charset="0"/>
                                  </a:rPr>
                                  <m:t>0</m:t>
                                </m:r>
                              </m:e>
                            </m:mr>
                            <m:mr>
                              <m:e>
                                <m:r>
                                  <m:rPr>
                                    <m:sty m:val="p"/>
                                  </m:rPr>
                                  <a:rPr lang="en-US" sz="1600" b="0" i="0" smtClean="0">
                                    <a:latin typeface="Cambria Math" panose="02040503050406030204" pitchFamily="18" charset="0"/>
                                  </a:rPr>
                                  <m:t>sin</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e>
                                <m:r>
                                  <a:rPr lang="en-US" sz="1600" i="1" smtClean="0">
                                    <a:latin typeface="Cambria Math" panose="02040503050406030204" pitchFamily="18" charset="0"/>
                                  </a:rPr>
                                  <m:t>0</m:t>
                                </m:r>
                              </m:e>
                              <m:e>
                                <m:r>
                                  <m:rPr>
                                    <m:sty m:val="p"/>
                                  </m:rPr>
                                  <a:rPr lang="en-US" sz="1600" b="0" i="0" smtClean="0">
                                    <a:latin typeface="Cambria Math" panose="02040503050406030204" pitchFamily="18" charset="0"/>
                                  </a:rPr>
                                  <m:t>cos</m:t>
                                </m:r>
                                <m:r>
                                  <a:rPr lang="en-US" sz="1600" b="0" i="1" smtClean="0">
                                    <a:latin typeface="Cambria Math" panose="02040503050406030204" pitchFamily="18" charset="0"/>
                                  </a:rPr>
                                  <m:t>⁡(</m:t>
                                </m:r>
                                <m:r>
                                  <a:rPr lang="en-US" sz="1600" b="0" i="1" smtClean="0">
                                    <a:latin typeface="Cambria Math" panose="02040503050406030204" pitchFamily="18" charset="0"/>
                                  </a:rPr>
                                  <m:t>𝜙</m:t>
                                </m:r>
                                <m:r>
                                  <a:rPr lang="en-US" sz="1600" b="0" i="1" smtClean="0">
                                    <a:latin typeface="Cambria Math" panose="02040503050406030204" pitchFamily="18" charset="0"/>
                                  </a:rPr>
                                  <m:t>)</m:t>
                                </m:r>
                              </m:e>
                            </m:mr>
                          </m:m>
                        </m:e>
                      </m:d>
                      <m:d>
                        <m:dPr>
                          <m:begChr m:val="["/>
                          <m:endChr m:val="]"/>
                          <m:ctrlPr>
                            <a:rPr lang="en-US" sz="1600" b="0" i="1" smtClean="0">
                              <a:latin typeface="Cambria Math" panose="02040503050406030204" pitchFamily="18" charset="0"/>
                            </a:rPr>
                          </m:ctrlPr>
                        </m:dPr>
                        <m:e>
                          <m:m>
                            <m:mPr>
                              <m:mcs>
                                <m:mc>
                                  <m:mcPr>
                                    <m:count m:val="1"/>
                                    <m:mcJc m:val="center"/>
                                  </m:mcPr>
                                </m:mc>
                              </m:mcs>
                              <m:ctrlPr>
                                <a:rPr lang="en-US" sz="1600" b="0" i="1" smtClean="0">
                                  <a:latin typeface="Cambria Math" panose="02040503050406030204" pitchFamily="18" charset="0"/>
                                </a:rPr>
                              </m:ctrlPr>
                            </m:mPr>
                            <m:mr>
                              <m:e>
                                <m:func>
                                  <m:funcPr>
                                    <m:ctrlPr>
                                      <a:rPr lang="en-US" sz="1600" b="0" i="1" smtClean="0">
                                        <a:latin typeface="Cambria Math" panose="02040503050406030204" pitchFamily="18" charset="0"/>
                                      </a:rPr>
                                    </m:ctrlPr>
                                  </m:funcPr>
                                  <m:fName>
                                    <m:r>
                                      <m:rPr>
                                        <m:sty m:val="p"/>
                                        <m:brk m:alnAt="7"/>
                                      </m:rPr>
                                      <a:rPr lang="en-US" sz="1600" b="0" i="0" smtClean="0">
                                        <a:latin typeface="Cambria Math" panose="02040503050406030204" pitchFamily="18" charset="0"/>
                                      </a:rPr>
                                      <m:t>s</m:t>
                                    </m:r>
                                    <m:r>
                                      <m:rPr>
                                        <m:sty m:val="p"/>
                                      </m:rPr>
                                      <a:rPr lang="en-US" sz="1600" b="0" i="0" smtClean="0">
                                        <a:latin typeface="Cambria Math" panose="02040503050406030204" pitchFamily="18" charset="0"/>
                                      </a:rPr>
                                      <m:t>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𝜃</m:t>
                                        </m:r>
                                      </m:e>
                                    </m:d>
                                  </m:e>
                                </m:func>
                              </m:e>
                            </m:mr>
                            <m:mr>
                              <m:e>
                                <m:r>
                                  <a:rPr lang="en-US" sz="1600" b="0" i="1" smtClean="0">
                                    <a:latin typeface="Cambria Math" panose="02040503050406030204" pitchFamily="18" charset="0"/>
                                  </a:rPr>
                                  <m:t>0</m:t>
                                </m:r>
                              </m:e>
                            </m:mr>
                            <m:m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𝜃</m:t>
                                        </m:r>
                                      </m:e>
                                    </m:d>
                                  </m:e>
                                </m:func>
                                <m:r>
                                  <a:rPr lang="en-US" sz="1600" b="0" i="1" smtClean="0">
                                    <a:latin typeface="Cambria Math" panose="02040503050406030204" pitchFamily="18" charset="0"/>
                                  </a:rPr>
                                  <m:t>−1</m:t>
                                </m:r>
                              </m:e>
                            </m:mr>
                          </m:m>
                        </m:e>
                      </m:d>
                    </m:oMath>
                  </m:oMathPara>
                </a14:m>
                <a:endParaRPr lang="en-US" sz="1600" dirty="0"/>
              </a:p>
            </p:txBody>
          </p:sp>
        </mc:Choice>
        <mc:Fallback xmlns="">
          <p:sp>
            <p:nvSpPr>
              <p:cNvPr id="6" name="TextBox 5">
                <a:extLst>
                  <a:ext uri="{FF2B5EF4-FFF2-40B4-BE49-F238E27FC236}">
                    <a16:creationId xmlns:a16="http://schemas.microsoft.com/office/drawing/2014/main" id="{2ED22A59-13FB-6786-BC51-490D66D94A3B}"/>
                  </a:ext>
                </a:extLst>
              </p:cNvPr>
              <p:cNvSpPr txBox="1">
                <a:spLocks noRot="1" noChangeAspect="1" noMove="1" noResize="1" noEditPoints="1" noAdjustHandles="1" noChangeArrowheads="1" noChangeShapeType="1" noTextEdit="1"/>
              </p:cNvSpPr>
              <p:nvPr/>
            </p:nvSpPr>
            <p:spPr>
              <a:xfrm>
                <a:off x="452120" y="1353853"/>
                <a:ext cx="4624086" cy="782587"/>
              </a:xfrm>
              <a:prstGeom prst="rect">
                <a:avLst/>
              </a:prstGeom>
              <a:blipFill>
                <a:blip r:embed="rId4"/>
                <a:stretch>
                  <a:fillRect b="-7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1FEE717-87B9-613C-86D7-EEDB2649E5D4}"/>
                  </a:ext>
                </a:extLst>
              </p:cNvPr>
              <p:cNvSpPr txBox="1"/>
              <p:nvPr/>
            </p:nvSpPr>
            <p:spPr>
              <a:xfrm>
                <a:off x="452120" y="2976171"/>
                <a:ext cx="5364480" cy="369332"/>
              </a:xfrm>
              <a:prstGeom prst="rect">
                <a:avLst/>
              </a:prstGeom>
              <a:noFill/>
            </p:spPr>
            <p:txBody>
              <a:bodyPr wrap="square" rtlCol="0">
                <a:spAutoFit/>
              </a:bodyPr>
              <a:lstStyle/>
              <a:p>
                <a:r>
                  <a:rPr lang="en-US" dirty="0"/>
                  <a:t>Apply double angle identity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2</m:t>
                            </m:r>
                            <m:r>
                              <a:rPr lang="en-US" b="0" i="1" smtClean="0">
                                <a:latin typeface="Cambria Math" panose="02040503050406030204" pitchFamily="18" charset="0"/>
                              </a:rPr>
                              <m:t>𝛼</m:t>
                            </m:r>
                          </m:e>
                        </m:d>
                      </m:e>
                    </m:func>
                    <m:r>
                      <a:rPr lang="en-US" b="0" i="1" smtClean="0">
                        <a:latin typeface="Cambria Math" panose="02040503050406030204" pitchFamily="18" charset="0"/>
                      </a:rPr>
                      <m:t>=1−2</m:t>
                    </m:r>
                    <m:func>
                      <m:funcPr>
                        <m:ctrlPr>
                          <a:rPr lang="en-US" b="0" i="1" smtClean="0">
                            <a:latin typeface="Cambria Math" panose="02040503050406030204" pitchFamily="18" charset="0"/>
                          </a:rPr>
                        </m:ctrlPr>
                      </m:funcPr>
                      <m:fName>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sin</m:t>
                            </m:r>
                          </m:e>
                          <m:sup>
                            <m:r>
                              <a:rPr lang="en-US" b="0" i="1" smtClean="0">
                                <a:latin typeface="Cambria Math" panose="02040503050406030204" pitchFamily="18" charset="0"/>
                              </a:rPr>
                              <m:t>2</m:t>
                            </m:r>
                          </m:sup>
                        </m:sSup>
                      </m:fName>
                      <m:e>
                        <m:r>
                          <a:rPr lang="en-US" b="0" i="1" smtClean="0">
                            <a:latin typeface="Cambria Math" panose="02040503050406030204" pitchFamily="18" charset="0"/>
                          </a:rPr>
                          <m:t>𝛼</m:t>
                        </m:r>
                      </m:e>
                    </m:func>
                  </m:oMath>
                </a14:m>
                <a:endParaRPr lang="en-US" dirty="0"/>
              </a:p>
            </p:txBody>
          </p:sp>
        </mc:Choice>
        <mc:Fallback xmlns="">
          <p:sp>
            <p:nvSpPr>
              <p:cNvPr id="8" name="TextBox 7">
                <a:extLst>
                  <a:ext uri="{FF2B5EF4-FFF2-40B4-BE49-F238E27FC236}">
                    <a16:creationId xmlns:a16="http://schemas.microsoft.com/office/drawing/2014/main" id="{81FEE717-87B9-613C-86D7-EEDB2649E5D4}"/>
                  </a:ext>
                </a:extLst>
              </p:cNvPr>
              <p:cNvSpPr txBox="1">
                <a:spLocks noRot="1" noChangeAspect="1" noMove="1" noResize="1" noEditPoints="1" noAdjustHandles="1" noChangeArrowheads="1" noChangeShapeType="1" noTextEdit="1"/>
              </p:cNvSpPr>
              <p:nvPr/>
            </p:nvSpPr>
            <p:spPr>
              <a:xfrm>
                <a:off x="452120" y="2976171"/>
                <a:ext cx="5364480" cy="369332"/>
              </a:xfrm>
              <a:prstGeom prst="rect">
                <a:avLst/>
              </a:prstGeom>
              <a:blipFill>
                <a:blip r:embed="rId5"/>
                <a:stretch>
                  <a:fillRect l="-909" t="-6557" b="-2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73E90B0-B8E7-30EF-6A21-A27C90E7A257}"/>
                  </a:ext>
                </a:extLst>
              </p:cNvPr>
              <p:cNvSpPr txBox="1"/>
              <p:nvPr/>
            </p:nvSpPr>
            <p:spPr>
              <a:xfrm>
                <a:off x="274320" y="5012466"/>
                <a:ext cx="6512560" cy="369332"/>
              </a:xfrm>
              <a:prstGeom prst="rect">
                <a:avLst/>
              </a:prstGeom>
              <a:noFill/>
            </p:spPr>
            <p:txBody>
              <a:bodyPr wrap="square" rtlCol="0">
                <a:spAutoFit/>
              </a:bodyPr>
              <a:lstStyle/>
              <a:p>
                <a:r>
                  <a:rPr lang="en-US" dirty="0"/>
                  <a:t>Apply double angle identity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2</m:t>
                            </m:r>
                            <m:r>
                              <a:rPr lang="en-US" b="0" i="1" smtClean="0">
                                <a:latin typeface="Cambria Math" panose="02040503050406030204" pitchFamily="18" charset="0"/>
                              </a:rPr>
                              <m:t>𝛼</m:t>
                            </m:r>
                          </m:e>
                        </m:d>
                      </m:e>
                    </m:func>
                    <m:r>
                      <a:rPr lang="en-US" b="0" i="1" smtClean="0">
                        <a:latin typeface="Cambria Math" panose="02040503050406030204" pitchFamily="18" charset="0"/>
                      </a:rPr>
                      <m:t>=2</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𝛼</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𝛼</m:t>
                            </m:r>
                          </m:e>
                        </m:d>
                      </m:e>
                    </m:func>
                  </m:oMath>
                </a14:m>
                <a:endParaRPr lang="en-US" dirty="0"/>
              </a:p>
            </p:txBody>
          </p:sp>
        </mc:Choice>
        <mc:Fallback xmlns="">
          <p:sp>
            <p:nvSpPr>
              <p:cNvPr id="10" name="TextBox 9">
                <a:extLst>
                  <a:ext uri="{FF2B5EF4-FFF2-40B4-BE49-F238E27FC236}">
                    <a16:creationId xmlns:a16="http://schemas.microsoft.com/office/drawing/2014/main" id="{473E90B0-B8E7-30EF-6A21-A27C90E7A257}"/>
                  </a:ext>
                </a:extLst>
              </p:cNvPr>
              <p:cNvSpPr txBox="1">
                <a:spLocks noRot="1" noChangeAspect="1" noMove="1" noResize="1" noEditPoints="1" noAdjustHandles="1" noChangeArrowheads="1" noChangeShapeType="1" noTextEdit="1"/>
              </p:cNvSpPr>
              <p:nvPr/>
            </p:nvSpPr>
            <p:spPr>
              <a:xfrm>
                <a:off x="274320" y="5012466"/>
                <a:ext cx="6512560" cy="369332"/>
              </a:xfrm>
              <a:prstGeom prst="rect">
                <a:avLst/>
              </a:prstGeom>
              <a:blipFill>
                <a:blip r:embed="rId6"/>
                <a:stretch>
                  <a:fillRect l="-749" t="-6557" b="-2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A2DE5E4-23FC-04EA-B9F6-12B9A39A8890}"/>
                  </a:ext>
                </a:extLst>
              </p:cNvPr>
              <p:cNvSpPr txBox="1"/>
              <p:nvPr/>
            </p:nvSpPr>
            <p:spPr>
              <a:xfrm>
                <a:off x="5943600" y="1462088"/>
                <a:ext cx="7147560" cy="646331"/>
              </a:xfrm>
              <a:prstGeom prst="rect">
                <a:avLst/>
              </a:prstGeom>
              <a:noFill/>
            </p:spPr>
            <p:txBody>
              <a:bodyPr wrap="square" rtlCol="0">
                <a:spAutoFit/>
              </a:bodyPr>
              <a:lstStyle/>
              <a:p>
                <a:r>
                  <a:rPr lang="en-US" dirty="0"/>
                  <a:t>Apply subtraction identity </a:t>
                </a:r>
              </a:p>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sin</m:t>
                      </m:r>
                      <m:r>
                        <a:rPr lang="en-US" b="0" i="1" smtClean="0">
                          <a:latin typeface="Cambria Math" panose="02040503050406030204" pitchFamily="18" charset="0"/>
                        </a:rPr>
                        <m:t>⁡(</m:t>
                      </m:r>
                      <m:r>
                        <a:rPr lang="en-US" b="0" i="1" smtClean="0">
                          <a:latin typeface="Cambria Math" panose="02040503050406030204" pitchFamily="18" charset="0"/>
                        </a:rPr>
                        <m:t>𝛼</m:t>
                      </m:r>
                      <m:r>
                        <a:rPr lang="en-US" b="0" i="1" smtClean="0">
                          <a:latin typeface="Cambria Math" panose="02040503050406030204" pitchFamily="18" charset="0"/>
                        </a:rPr>
                        <m:t>−</m:t>
                      </m:r>
                      <m:r>
                        <a:rPr lang="en-US" b="0" i="1" smtClean="0">
                          <a:latin typeface="Cambria Math" panose="02040503050406030204" pitchFamily="18" charset="0"/>
                        </a:rPr>
                        <m:t>𝛽</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𝛼</m:t>
                              </m:r>
                            </m:e>
                          </m:d>
                        </m:e>
                      </m:func>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𝛽</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𝛼</m:t>
                              </m:r>
                            </m:e>
                          </m:d>
                        </m:e>
                      </m:func>
                      <m:r>
                        <m:rPr>
                          <m:sty m:val="p"/>
                        </m:rPr>
                        <a:rPr lang="en-US" b="0" i="0" smtClean="0">
                          <a:latin typeface="Cambria Math" panose="02040503050406030204" pitchFamily="18" charset="0"/>
                        </a:rPr>
                        <m:t>sin</m:t>
                      </m:r>
                      <m:r>
                        <a:rPr lang="en-US" b="0" i="1" smtClean="0">
                          <a:latin typeface="Cambria Math" panose="02040503050406030204" pitchFamily="18" charset="0"/>
                        </a:rPr>
                        <m:t>⁡(</m:t>
                      </m:r>
                      <m:r>
                        <a:rPr lang="en-US" b="0" i="1" smtClean="0">
                          <a:latin typeface="Cambria Math" panose="02040503050406030204" pitchFamily="18" charset="0"/>
                        </a:rPr>
                        <m:t>𝛽</m:t>
                      </m:r>
                      <m:r>
                        <a:rPr lang="en-US" b="0" i="1" smtClean="0">
                          <a:latin typeface="Cambria Math" panose="02040503050406030204" pitchFamily="18" charset="0"/>
                        </a:rPr>
                        <m:t>)</m:t>
                      </m:r>
                    </m:oMath>
                  </m:oMathPara>
                </a14:m>
                <a:endParaRPr lang="en-US" dirty="0"/>
              </a:p>
            </p:txBody>
          </p:sp>
        </mc:Choice>
        <mc:Fallback xmlns="">
          <p:sp>
            <p:nvSpPr>
              <p:cNvPr id="12" name="TextBox 11">
                <a:extLst>
                  <a:ext uri="{FF2B5EF4-FFF2-40B4-BE49-F238E27FC236}">
                    <a16:creationId xmlns:a16="http://schemas.microsoft.com/office/drawing/2014/main" id="{BA2DE5E4-23FC-04EA-B9F6-12B9A39A8890}"/>
                  </a:ext>
                </a:extLst>
              </p:cNvPr>
              <p:cNvSpPr txBox="1">
                <a:spLocks noRot="1" noChangeAspect="1" noMove="1" noResize="1" noEditPoints="1" noAdjustHandles="1" noChangeArrowheads="1" noChangeShapeType="1" noTextEdit="1"/>
              </p:cNvSpPr>
              <p:nvPr/>
            </p:nvSpPr>
            <p:spPr>
              <a:xfrm>
                <a:off x="5943600" y="1462088"/>
                <a:ext cx="7147560" cy="646331"/>
              </a:xfrm>
              <a:prstGeom prst="rect">
                <a:avLst/>
              </a:prstGeom>
              <a:blipFill>
                <a:blip r:embed="rId7"/>
                <a:stretch>
                  <a:fillRect l="-682" t="-4717" b="-66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6DB18E0-5407-7D5C-E800-96FC240697FD}"/>
                  </a:ext>
                </a:extLst>
              </p:cNvPr>
              <p:cNvSpPr txBox="1"/>
              <p:nvPr/>
            </p:nvSpPr>
            <p:spPr>
              <a:xfrm>
                <a:off x="698853" y="3569947"/>
                <a:ext cx="4871013" cy="5532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𝑠𝑧</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𝑘</m:t>
                          </m:r>
                        </m:e>
                        <m:sub>
                          <m:r>
                            <a:rPr lang="en-US" sz="1600" b="0" i="1" smtClean="0">
                              <a:latin typeface="Cambria Math" panose="02040503050406030204" pitchFamily="18" charset="0"/>
                            </a:rPr>
                            <m:t>𝑜</m:t>
                          </m:r>
                        </m:sub>
                      </m:sSub>
                      <m:d>
                        <m:dPr>
                          <m:begChr m:val="["/>
                          <m:endChr m:val="]"/>
                          <m:ctrlPr>
                            <a:rPr lang="en-US" sz="1600" b="0" i="1" smtClean="0">
                              <a:latin typeface="Cambria Math" panose="02040503050406030204" pitchFamily="18" charset="0"/>
                            </a:rPr>
                          </m:ctrlPr>
                        </m:dP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r>
                            <m:rPr>
                              <m:sty m:val="p"/>
                            </m:rPr>
                            <a:rPr lang="en-US" sz="1600" b="0" i="0" smtClean="0">
                              <a:latin typeface="Cambria Math" panose="02040503050406030204" pitchFamily="18" charset="0"/>
                            </a:rPr>
                            <m:t>sin</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𝜃</m:t>
                              </m:r>
                            </m:e>
                          </m:d>
                          <m:r>
                            <a:rPr lang="en-US" sz="1600" b="0" i="1" smtClean="0">
                              <a:latin typeface="Cambria Math" panose="02040503050406030204" pitchFamily="18" charset="0"/>
                            </a:rPr>
                            <m:t>+</m:t>
                          </m:r>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d>
                            <m:dPr>
                              <m:ctrlPr>
                                <a:rPr lang="en-US" sz="1600" b="0" i="1" smtClean="0">
                                  <a:latin typeface="Cambria Math" panose="02040503050406030204" pitchFamily="18" charset="0"/>
                                </a:rPr>
                              </m:ctrlPr>
                            </m:dPr>
                            <m:e>
                              <m:r>
                                <a:rPr lang="en-US" sz="1600" b="0" i="1" smtClean="0">
                                  <a:latin typeface="Cambria Math" panose="02040503050406030204" pitchFamily="18" charset="0"/>
                                </a:rPr>
                                <m:t>1−2</m:t>
                              </m:r>
                              <m:func>
                                <m:funcPr>
                                  <m:ctrlPr>
                                    <a:rPr lang="en-US" sz="1600" b="0" i="1" smtClean="0">
                                      <a:latin typeface="Cambria Math" panose="02040503050406030204" pitchFamily="18" charset="0"/>
                                    </a:rPr>
                                  </m:ctrlPr>
                                </m:funcPr>
                                <m:fName>
                                  <m:sSup>
                                    <m:sSupPr>
                                      <m:ctrlPr>
                                        <a:rPr lang="en-US" sz="1600" b="0" i="1" smtClean="0">
                                          <a:latin typeface="Cambria Math" panose="02040503050406030204" pitchFamily="18" charset="0"/>
                                        </a:rPr>
                                      </m:ctrlPr>
                                    </m:sSupPr>
                                    <m:e>
                                      <m:r>
                                        <m:rPr>
                                          <m:sty m:val="p"/>
                                        </m:rPr>
                                        <a:rPr lang="en-US" sz="1600" b="0" i="0" smtClean="0">
                                          <a:latin typeface="Cambria Math" panose="02040503050406030204" pitchFamily="18" charset="0"/>
                                        </a:rPr>
                                        <m:t>sin</m:t>
                                      </m:r>
                                    </m:e>
                                    <m:sup>
                                      <m:r>
                                        <a:rPr lang="en-US" sz="1600" b="0" i="1" smtClean="0">
                                          <a:latin typeface="Cambria Math" panose="02040503050406030204" pitchFamily="18" charset="0"/>
                                        </a:rPr>
                                        <m:t>2</m:t>
                                      </m:r>
                                    </m:sup>
                                  </m:sSup>
                                </m:fName>
                                <m:e>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r>
                                <a:rPr lang="en-US" sz="1600" b="0" i="1" smtClean="0">
                                  <a:latin typeface="Cambria Math" panose="02040503050406030204" pitchFamily="18" charset="0"/>
                                </a:rPr>
                                <m:t>−1</m:t>
                              </m:r>
                            </m:e>
                          </m:d>
                        </m:e>
                      </m:d>
                    </m:oMath>
                  </m:oMathPara>
                </a14:m>
                <a:endParaRPr lang="en-US" sz="1600" dirty="0"/>
              </a:p>
            </p:txBody>
          </p:sp>
        </mc:Choice>
        <mc:Fallback xmlns="">
          <p:sp>
            <p:nvSpPr>
              <p:cNvPr id="3" name="TextBox 2">
                <a:extLst>
                  <a:ext uri="{FF2B5EF4-FFF2-40B4-BE49-F238E27FC236}">
                    <a16:creationId xmlns:a16="http://schemas.microsoft.com/office/drawing/2014/main" id="{A6DB18E0-5407-7D5C-E800-96FC240697FD}"/>
                  </a:ext>
                </a:extLst>
              </p:cNvPr>
              <p:cNvSpPr txBox="1">
                <a:spLocks noRot="1" noChangeAspect="1" noMove="1" noResize="1" noEditPoints="1" noAdjustHandles="1" noChangeArrowheads="1" noChangeShapeType="1" noTextEdit="1"/>
              </p:cNvSpPr>
              <p:nvPr/>
            </p:nvSpPr>
            <p:spPr>
              <a:xfrm>
                <a:off x="698853" y="3569947"/>
                <a:ext cx="4871013" cy="553228"/>
              </a:xfrm>
              <a:prstGeom prst="rect">
                <a:avLst/>
              </a:prstGeom>
              <a:blipFill>
                <a:blip r:embed="rId8"/>
                <a:stretch>
                  <a:fillRect b="-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9DFD4B9-FA3D-8ABB-E0E5-A2D0DC491DA3}"/>
                  </a:ext>
                </a:extLst>
              </p:cNvPr>
              <p:cNvSpPr txBox="1"/>
              <p:nvPr/>
            </p:nvSpPr>
            <p:spPr>
              <a:xfrm>
                <a:off x="1043622" y="4291206"/>
                <a:ext cx="3917804" cy="5532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𝑠𝑧</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𝑘</m:t>
                          </m:r>
                        </m:e>
                        <m:sub>
                          <m:r>
                            <a:rPr lang="en-US" sz="1600" b="0" i="1" smtClean="0">
                              <a:latin typeface="Cambria Math" panose="02040503050406030204" pitchFamily="18" charset="0"/>
                            </a:rPr>
                            <m:t>𝑜</m:t>
                          </m:r>
                        </m:sub>
                      </m:sSub>
                      <m:d>
                        <m:dPr>
                          <m:begChr m:val="["/>
                          <m:endChr m:val="]"/>
                          <m:ctrlPr>
                            <a:rPr lang="en-US" sz="1600" b="0" i="1" smtClean="0">
                              <a:latin typeface="Cambria Math" panose="02040503050406030204" pitchFamily="18" charset="0"/>
                            </a:rPr>
                          </m:ctrlPr>
                        </m:dP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r>
                            <m:rPr>
                              <m:sty m:val="p"/>
                            </m:rPr>
                            <a:rPr lang="en-US" sz="1600" b="0" i="0" smtClean="0">
                              <a:latin typeface="Cambria Math" panose="02040503050406030204" pitchFamily="18" charset="0"/>
                            </a:rPr>
                            <m:t>sin</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𝜃</m:t>
                              </m:r>
                            </m:e>
                          </m:d>
                          <m:r>
                            <a:rPr lang="en-US" sz="1600" b="0" i="1" smtClean="0">
                              <a:latin typeface="Cambria Math" panose="02040503050406030204" pitchFamily="18" charset="0"/>
                            </a:rPr>
                            <m:t>−2</m:t>
                          </m:r>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func>
                            <m:funcPr>
                              <m:ctrlPr>
                                <a:rPr lang="en-US" sz="1600" b="0" i="1" smtClean="0">
                                  <a:latin typeface="Cambria Math" panose="02040503050406030204" pitchFamily="18" charset="0"/>
                                </a:rPr>
                              </m:ctrlPr>
                            </m:funcPr>
                            <m:fName>
                              <m:sSup>
                                <m:sSupPr>
                                  <m:ctrlPr>
                                    <a:rPr lang="en-US" sz="1600" b="0" i="1" smtClean="0">
                                      <a:latin typeface="Cambria Math" panose="02040503050406030204" pitchFamily="18" charset="0"/>
                                    </a:rPr>
                                  </m:ctrlPr>
                                </m:sSupPr>
                                <m:e>
                                  <m:r>
                                    <m:rPr>
                                      <m:sty m:val="p"/>
                                    </m:rPr>
                                    <a:rPr lang="en-US" sz="1600" b="0" i="0" smtClean="0">
                                      <a:latin typeface="Cambria Math" panose="02040503050406030204" pitchFamily="18" charset="0"/>
                                    </a:rPr>
                                    <m:t>sin</m:t>
                                  </m:r>
                                </m:e>
                                <m:sup>
                                  <m:r>
                                    <a:rPr lang="en-US" sz="1600" b="0" i="1" smtClean="0">
                                      <a:latin typeface="Cambria Math" panose="02040503050406030204" pitchFamily="18" charset="0"/>
                                    </a:rPr>
                                    <m:t>2</m:t>
                                  </m:r>
                                </m:sup>
                              </m:sSup>
                            </m:fName>
                            <m:e>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e>
                      </m:d>
                    </m:oMath>
                  </m:oMathPara>
                </a14:m>
                <a:endParaRPr lang="en-US" sz="1600" dirty="0"/>
              </a:p>
            </p:txBody>
          </p:sp>
        </mc:Choice>
        <mc:Fallback xmlns="">
          <p:sp>
            <p:nvSpPr>
              <p:cNvPr id="4" name="TextBox 3">
                <a:extLst>
                  <a:ext uri="{FF2B5EF4-FFF2-40B4-BE49-F238E27FC236}">
                    <a16:creationId xmlns:a16="http://schemas.microsoft.com/office/drawing/2014/main" id="{A9DFD4B9-FA3D-8ABB-E0E5-A2D0DC491DA3}"/>
                  </a:ext>
                </a:extLst>
              </p:cNvPr>
              <p:cNvSpPr txBox="1">
                <a:spLocks noRot="1" noChangeAspect="1" noMove="1" noResize="1" noEditPoints="1" noAdjustHandles="1" noChangeArrowheads="1" noChangeShapeType="1" noTextEdit="1"/>
              </p:cNvSpPr>
              <p:nvPr/>
            </p:nvSpPr>
            <p:spPr>
              <a:xfrm>
                <a:off x="1043622" y="4291206"/>
                <a:ext cx="3917804" cy="553228"/>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E872609-F263-388D-3751-0E63E8EE4FA9}"/>
                  </a:ext>
                </a:extLst>
              </p:cNvPr>
              <p:cNvSpPr txBox="1"/>
              <p:nvPr/>
            </p:nvSpPr>
            <p:spPr>
              <a:xfrm>
                <a:off x="815022" y="5457111"/>
                <a:ext cx="4873257" cy="5532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𝑠𝑧</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𝑘</m:t>
                          </m:r>
                        </m:e>
                        <m:sub>
                          <m:r>
                            <a:rPr lang="en-US" sz="1600" b="0" i="1" smtClean="0">
                              <a:latin typeface="Cambria Math" panose="02040503050406030204" pitchFamily="18" charset="0"/>
                            </a:rPr>
                            <m:t>𝑜</m:t>
                          </m:r>
                        </m:sub>
                      </m:sSub>
                      <m:d>
                        <m:dPr>
                          <m:begChr m:val="["/>
                          <m:endChr m:val="]"/>
                          <m:ctrlPr>
                            <a:rPr lang="en-US" sz="1600" b="0" i="1" smtClean="0">
                              <a:latin typeface="Cambria Math" panose="02040503050406030204" pitchFamily="18" charset="0"/>
                            </a:rPr>
                          </m:ctrlPr>
                        </m:dP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r>
                            <a:rPr lang="en-US" sz="1600" b="0" i="0" smtClean="0">
                              <a:latin typeface="Cambria Math" panose="02040503050406030204" pitchFamily="18" charset="0"/>
                            </a:rPr>
                            <m:t>2</m:t>
                          </m:r>
                          <m:r>
                            <m:rPr>
                              <m:sty m:val="p"/>
                            </m:rPr>
                            <a:rPr lang="en-US" sz="1600" b="0" i="0" smtClean="0">
                              <a:latin typeface="Cambria Math" panose="02040503050406030204" pitchFamily="18" charset="0"/>
                            </a:rPr>
                            <m:t>sin</m:t>
                          </m:r>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r>
                            <a:rPr lang="en-US" sz="1600" b="0" i="1" smtClean="0">
                              <a:latin typeface="Cambria Math" panose="02040503050406030204" pitchFamily="18" charset="0"/>
                            </a:rPr>
                            <m:t>−2</m:t>
                          </m:r>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func>
                            <m:funcPr>
                              <m:ctrlPr>
                                <a:rPr lang="en-US" sz="1600" b="0" i="1" smtClean="0">
                                  <a:latin typeface="Cambria Math" panose="02040503050406030204" pitchFamily="18" charset="0"/>
                                </a:rPr>
                              </m:ctrlPr>
                            </m:funcPr>
                            <m:fName>
                              <m:sSup>
                                <m:sSupPr>
                                  <m:ctrlPr>
                                    <a:rPr lang="en-US" sz="1600" b="0" i="1" smtClean="0">
                                      <a:latin typeface="Cambria Math" panose="02040503050406030204" pitchFamily="18" charset="0"/>
                                    </a:rPr>
                                  </m:ctrlPr>
                                </m:sSupPr>
                                <m:e>
                                  <m:r>
                                    <m:rPr>
                                      <m:sty m:val="p"/>
                                    </m:rPr>
                                    <a:rPr lang="en-US" sz="1600" b="0" i="0" smtClean="0">
                                      <a:latin typeface="Cambria Math" panose="02040503050406030204" pitchFamily="18" charset="0"/>
                                    </a:rPr>
                                    <m:t>sin</m:t>
                                  </m:r>
                                </m:e>
                                <m:sup>
                                  <m:r>
                                    <a:rPr lang="en-US" sz="1600" b="0" i="1" smtClean="0">
                                      <a:latin typeface="Cambria Math" panose="02040503050406030204" pitchFamily="18" charset="0"/>
                                    </a:rPr>
                                    <m:t>2</m:t>
                                  </m:r>
                                </m:sup>
                              </m:sSup>
                            </m:fName>
                            <m:e>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e>
                      </m:d>
                    </m:oMath>
                  </m:oMathPara>
                </a14:m>
                <a:endParaRPr lang="en-US" sz="1600" dirty="0"/>
              </a:p>
            </p:txBody>
          </p:sp>
        </mc:Choice>
        <mc:Fallback xmlns="">
          <p:sp>
            <p:nvSpPr>
              <p:cNvPr id="13" name="TextBox 12">
                <a:extLst>
                  <a:ext uri="{FF2B5EF4-FFF2-40B4-BE49-F238E27FC236}">
                    <a16:creationId xmlns:a16="http://schemas.microsoft.com/office/drawing/2014/main" id="{6E872609-F263-388D-3751-0E63E8EE4FA9}"/>
                  </a:ext>
                </a:extLst>
              </p:cNvPr>
              <p:cNvSpPr txBox="1">
                <a:spLocks noRot="1" noChangeAspect="1" noMove="1" noResize="1" noEditPoints="1" noAdjustHandles="1" noChangeArrowheads="1" noChangeShapeType="1" noTextEdit="1"/>
              </p:cNvSpPr>
              <p:nvPr/>
            </p:nvSpPr>
            <p:spPr>
              <a:xfrm>
                <a:off x="815022" y="5457111"/>
                <a:ext cx="4873257" cy="553228"/>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7332409-ECDC-1AE4-8296-58B9FBD2889D}"/>
                  </a:ext>
                </a:extLst>
              </p:cNvPr>
              <p:cNvSpPr txBox="1"/>
              <p:nvPr/>
            </p:nvSpPr>
            <p:spPr>
              <a:xfrm>
                <a:off x="696609" y="6151223"/>
                <a:ext cx="4769191" cy="5532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𝑠𝑧</m:t>
                          </m:r>
                        </m:sub>
                      </m:sSub>
                      <m:r>
                        <a:rPr lang="en-US" sz="1600" b="0" i="1" smtClean="0">
                          <a:latin typeface="Cambria Math" panose="02040503050406030204" pitchFamily="18" charset="0"/>
                        </a:rPr>
                        <m:t>=2</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𝑘</m:t>
                          </m:r>
                        </m:e>
                        <m:sub>
                          <m:r>
                            <a:rPr lang="en-US" sz="1600" b="0" i="1" smtClean="0">
                              <a:latin typeface="Cambria Math" panose="02040503050406030204" pitchFamily="18" charset="0"/>
                            </a:rPr>
                            <m:t>𝑜</m:t>
                          </m:r>
                        </m:sub>
                      </m:sSub>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d>
                        <m:dPr>
                          <m:begChr m:val="["/>
                          <m:endChr m:val="]"/>
                          <m:ctrlPr>
                            <a:rPr lang="en-US" sz="1600" b="0" i="1" smtClean="0">
                              <a:latin typeface="Cambria Math" panose="02040503050406030204" pitchFamily="18" charset="0"/>
                            </a:rPr>
                          </m:ctrlPr>
                        </m:dP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r>
                            <a:rPr lang="en-US" sz="1600" b="0" i="1" smtClean="0">
                              <a:latin typeface="Cambria Math" panose="02040503050406030204" pitchFamily="18" charset="0"/>
                            </a:rPr>
                            <m:t>−</m:t>
                          </m:r>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func>
                            <m:funcPr>
                              <m:ctrlPr>
                                <a:rPr lang="en-US" sz="1600" b="0" i="1" smtClean="0">
                                  <a:latin typeface="Cambria Math" panose="02040503050406030204" pitchFamily="18" charset="0"/>
                                </a:rPr>
                              </m:ctrlPr>
                            </m:funcPr>
                            <m:fName>
                              <m:r>
                                <a:rPr lang="en-US" sz="1600" b="0" i="1" smtClean="0">
                                  <a:latin typeface="Cambria Math" panose="02040503050406030204" pitchFamily="18" charset="0"/>
                                </a:rPr>
                                <m:t>𝑠𝑖𝑛</m:t>
                              </m:r>
                            </m:fName>
                            <m:e>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e>
                      </m:d>
                    </m:oMath>
                  </m:oMathPara>
                </a14:m>
                <a:endParaRPr lang="en-US" sz="1600" dirty="0"/>
              </a:p>
            </p:txBody>
          </p:sp>
        </mc:Choice>
        <mc:Fallback xmlns="">
          <p:sp>
            <p:nvSpPr>
              <p:cNvPr id="16" name="TextBox 15">
                <a:extLst>
                  <a:ext uri="{FF2B5EF4-FFF2-40B4-BE49-F238E27FC236}">
                    <a16:creationId xmlns:a16="http://schemas.microsoft.com/office/drawing/2014/main" id="{27332409-ECDC-1AE4-8296-58B9FBD2889D}"/>
                  </a:ext>
                </a:extLst>
              </p:cNvPr>
              <p:cNvSpPr txBox="1">
                <a:spLocks noRot="1" noChangeAspect="1" noMove="1" noResize="1" noEditPoints="1" noAdjustHandles="1" noChangeArrowheads="1" noChangeShapeType="1" noTextEdit="1"/>
              </p:cNvSpPr>
              <p:nvPr/>
            </p:nvSpPr>
            <p:spPr>
              <a:xfrm>
                <a:off x="696609" y="6151223"/>
                <a:ext cx="4769191" cy="553228"/>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8FF4FA2-295D-2AD4-E5B4-F68254D86609}"/>
                  </a:ext>
                </a:extLst>
              </p:cNvPr>
              <p:cNvSpPr txBox="1"/>
              <p:nvPr/>
            </p:nvSpPr>
            <p:spPr>
              <a:xfrm>
                <a:off x="6472569" y="535317"/>
                <a:ext cx="4769191" cy="5532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𝑠𝑧</m:t>
                          </m:r>
                        </m:sub>
                      </m:sSub>
                      <m:r>
                        <a:rPr lang="en-US" sz="1600" b="0" i="1" smtClean="0">
                          <a:latin typeface="Cambria Math" panose="02040503050406030204" pitchFamily="18" charset="0"/>
                        </a:rPr>
                        <m:t>=2</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𝑘</m:t>
                          </m:r>
                        </m:e>
                        <m:sub>
                          <m:r>
                            <a:rPr lang="en-US" sz="1600" b="0" i="1" smtClean="0">
                              <a:latin typeface="Cambria Math" panose="02040503050406030204" pitchFamily="18" charset="0"/>
                            </a:rPr>
                            <m:t>𝑜</m:t>
                          </m:r>
                        </m:sub>
                      </m:sSub>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d>
                        <m:dPr>
                          <m:begChr m:val="["/>
                          <m:endChr m:val="]"/>
                          <m:ctrlPr>
                            <a:rPr lang="en-US" sz="1600" b="0" i="1" smtClean="0">
                              <a:latin typeface="Cambria Math" panose="02040503050406030204" pitchFamily="18" charset="0"/>
                            </a:rPr>
                          </m:ctrlPr>
                        </m:dPr>
                        <m:e>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r>
                            <a:rPr lang="en-US" sz="1600" b="0" i="1" smtClean="0">
                              <a:latin typeface="Cambria Math" panose="02040503050406030204" pitchFamily="18" charset="0"/>
                            </a:rPr>
                            <m:t>−</m:t>
                          </m:r>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cos</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e>
                              </m:d>
                            </m:e>
                          </m:func>
                          <m:func>
                            <m:funcPr>
                              <m:ctrlPr>
                                <a:rPr lang="en-US" sz="1600" b="0" i="1" smtClean="0">
                                  <a:latin typeface="Cambria Math" panose="02040503050406030204" pitchFamily="18" charset="0"/>
                                </a:rPr>
                              </m:ctrlPr>
                            </m:funcPr>
                            <m:fName>
                              <m:r>
                                <a:rPr lang="en-US" sz="1600" b="0" i="1" smtClean="0">
                                  <a:latin typeface="Cambria Math" panose="02040503050406030204" pitchFamily="18" charset="0"/>
                                </a:rPr>
                                <m:t>𝑠𝑖𝑛</m:t>
                              </m:r>
                            </m:fName>
                            <m:e>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e>
                      </m:d>
                    </m:oMath>
                  </m:oMathPara>
                </a14:m>
                <a:endParaRPr lang="en-US" sz="1600" dirty="0"/>
              </a:p>
            </p:txBody>
          </p:sp>
        </mc:Choice>
        <mc:Fallback xmlns="">
          <p:sp>
            <p:nvSpPr>
              <p:cNvPr id="20" name="TextBox 19">
                <a:extLst>
                  <a:ext uri="{FF2B5EF4-FFF2-40B4-BE49-F238E27FC236}">
                    <a16:creationId xmlns:a16="http://schemas.microsoft.com/office/drawing/2014/main" id="{08FF4FA2-295D-2AD4-E5B4-F68254D86609}"/>
                  </a:ext>
                </a:extLst>
              </p:cNvPr>
              <p:cNvSpPr txBox="1">
                <a:spLocks noRot="1" noChangeAspect="1" noMove="1" noResize="1" noEditPoints="1" noAdjustHandles="1" noChangeArrowheads="1" noChangeShapeType="1" noTextEdit="1"/>
              </p:cNvSpPr>
              <p:nvPr/>
            </p:nvSpPr>
            <p:spPr>
              <a:xfrm>
                <a:off x="6472569" y="535317"/>
                <a:ext cx="4769191" cy="553228"/>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1E99132-601F-A7E7-87CA-70AC6E7258B8}"/>
                  </a:ext>
                </a:extLst>
              </p:cNvPr>
              <p:cNvSpPr txBox="1"/>
              <p:nvPr/>
            </p:nvSpPr>
            <p:spPr>
              <a:xfrm>
                <a:off x="7610488" y="2456437"/>
                <a:ext cx="2665089" cy="5532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𝑠𝑧</m:t>
                          </m:r>
                        </m:sub>
                      </m:sSub>
                      <m:r>
                        <a:rPr lang="en-US" sz="1600" b="0" i="1" smtClean="0">
                          <a:latin typeface="Cambria Math" panose="02040503050406030204" pitchFamily="18" charset="0"/>
                        </a:rPr>
                        <m:t>=2</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𝑘</m:t>
                          </m:r>
                        </m:e>
                        <m:sub>
                          <m:r>
                            <a:rPr lang="en-US" sz="1600" b="0" i="1" smtClean="0">
                              <a:latin typeface="Cambria Math" panose="02040503050406030204" pitchFamily="18" charset="0"/>
                            </a:rPr>
                            <m:t>𝑜</m:t>
                          </m:r>
                        </m:sub>
                      </m:sSub>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oMath>
                  </m:oMathPara>
                </a14:m>
                <a:endParaRPr lang="en-US" sz="1600" dirty="0"/>
              </a:p>
            </p:txBody>
          </p:sp>
        </mc:Choice>
        <mc:Fallback xmlns="">
          <p:sp>
            <p:nvSpPr>
              <p:cNvPr id="21" name="TextBox 20">
                <a:extLst>
                  <a:ext uri="{FF2B5EF4-FFF2-40B4-BE49-F238E27FC236}">
                    <a16:creationId xmlns:a16="http://schemas.microsoft.com/office/drawing/2014/main" id="{E1E99132-601F-A7E7-87CA-70AC6E7258B8}"/>
                  </a:ext>
                </a:extLst>
              </p:cNvPr>
              <p:cNvSpPr txBox="1">
                <a:spLocks noRot="1" noChangeAspect="1" noMove="1" noResize="1" noEditPoints="1" noAdjustHandles="1" noChangeArrowheads="1" noChangeShapeType="1" noTextEdit="1"/>
              </p:cNvSpPr>
              <p:nvPr/>
            </p:nvSpPr>
            <p:spPr>
              <a:xfrm>
                <a:off x="7610488" y="2456437"/>
                <a:ext cx="2665089" cy="553228"/>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C66933B-522D-46B5-9112-3F84AB0D5686}"/>
                  </a:ext>
                </a:extLst>
              </p:cNvPr>
              <p:cNvSpPr txBox="1"/>
              <p:nvPr/>
            </p:nvSpPr>
            <p:spPr>
              <a:xfrm>
                <a:off x="7610488" y="3187214"/>
                <a:ext cx="2961003" cy="5532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𝑠𝑧</m:t>
                          </m:r>
                        </m:sub>
                      </m:sSub>
                      <m:r>
                        <a:rPr lang="en-US" sz="1600" b="0" i="1" smtClean="0">
                          <a:latin typeface="Cambria Math" panose="02040503050406030204" pitchFamily="18" charset="0"/>
                        </a:rPr>
                        <m:t>=2</m:t>
                      </m:r>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2</m:t>
                              </m:r>
                              <m:r>
                                <a:rPr lang="en-US" sz="1600" b="0" i="1" smtClean="0">
                                  <a:latin typeface="Cambria Math" panose="02040503050406030204" pitchFamily="18" charset="0"/>
                                </a:rPr>
                                <m:t>𝜋</m:t>
                              </m:r>
                            </m:num>
                            <m:den>
                              <m:r>
                                <a:rPr lang="en-US" sz="1600" b="0" i="1" smtClean="0">
                                  <a:latin typeface="Cambria Math" panose="02040503050406030204" pitchFamily="18" charset="0"/>
                                </a:rPr>
                                <m:t>𝜆</m:t>
                              </m:r>
                            </m:den>
                          </m:f>
                        </m:e>
                      </m:d>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oMath>
                  </m:oMathPara>
                </a14:m>
                <a:endParaRPr lang="en-US" sz="1600" dirty="0"/>
              </a:p>
            </p:txBody>
          </p:sp>
        </mc:Choice>
        <mc:Fallback xmlns="">
          <p:sp>
            <p:nvSpPr>
              <p:cNvPr id="22" name="TextBox 21">
                <a:extLst>
                  <a:ext uri="{FF2B5EF4-FFF2-40B4-BE49-F238E27FC236}">
                    <a16:creationId xmlns:a16="http://schemas.microsoft.com/office/drawing/2014/main" id="{4C66933B-522D-46B5-9112-3F84AB0D5686}"/>
                  </a:ext>
                </a:extLst>
              </p:cNvPr>
              <p:cNvSpPr txBox="1">
                <a:spLocks noRot="1" noChangeAspect="1" noMove="1" noResize="1" noEditPoints="1" noAdjustHandles="1" noChangeArrowheads="1" noChangeShapeType="1" noTextEdit="1"/>
              </p:cNvSpPr>
              <p:nvPr/>
            </p:nvSpPr>
            <p:spPr>
              <a:xfrm>
                <a:off x="7610488" y="3187214"/>
                <a:ext cx="2961003" cy="553228"/>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21BE9CD-98D4-FEA5-8BC5-71F963C2B582}"/>
                  </a:ext>
                </a:extLst>
              </p:cNvPr>
              <p:cNvSpPr txBox="1"/>
              <p:nvPr/>
            </p:nvSpPr>
            <p:spPr>
              <a:xfrm>
                <a:off x="7610488" y="4012375"/>
                <a:ext cx="2813014" cy="5532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𝑠𝑧</m:t>
                          </m:r>
                        </m:sub>
                      </m:sSub>
                      <m:r>
                        <a:rPr lang="en-US" sz="1600" b="0" i="1" smtClean="0">
                          <a:latin typeface="Cambria Math" panose="02040503050406030204" pitchFamily="18" charset="0"/>
                        </a:rPr>
                        <m:t>=</m:t>
                      </m:r>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4</m:t>
                              </m:r>
                              <m:r>
                                <a:rPr lang="en-US" sz="1600" b="0" i="1" smtClean="0">
                                  <a:latin typeface="Cambria Math" panose="02040503050406030204" pitchFamily="18" charset="0"/>
                                </a:rPr>
                                <m:t>𝜋</m:t>
                              </m:r>
                            </m:num>
                            <m:den>
                              <m:r>
                                <a:rPr lang="en-US" sz="1600" b="0" i="1" smtClean="0">
                                  <a:latin typeface="Cambria Math" panose="02040503050406030204" pitchFamily="18" charset="0"/>
                                </a:rPr>
                                <m:t>𝜆</m:t>
                              </m:r>
                            </m:den>
                          </m:f>
                        </m:e>
                      </m:d>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oMath>
                  </m:oMathPara>
                </a14:m>
                <a:endParaRPr lang="en-US" sz="1600" dirty="0"/>
              </a:p>
            </p:txBody>
          </p:sp>
        </mc:Choice>
        <mc:Fallback xmlns="">
          <p:sp>
            <p:nvSpPr>
              <p:cNvPr id="23" name="TextBox 22">
                <a:extLst>
                  <a:ext uri="{FF2B5EF4-FFF2-40B4-BE49-F238E27FC236}">
                    <a16:creationId xmlns:a16="http://schemas.microsoft.com/office/drawing/2014/main" id="{121BE9CD-98D4-FEA5-8BC5-71F963C2B582}"/>
                  </a:ext>
                </a:extLst>
              </p:cNvPr>
              <p:cNvSpPr txBox="1">
                <a:spLocks noRot="1" noChangeAspect="1" noMove="1" noResize="1" noEditPoints="1" noAdjustHandles="1" noChangeArrowheads="1" noChangeShapeType="1" noTextEdit="1"/>
              </p:cNvSpPr>
              <p:nvPr/>
            </p:nvSpPr>
            <p:spPr>
              <a:xfrm>
                <a:off x="7610488" y="4012375"/>
                <a:ext cx="2813014" cy="553228"/>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139864E-E3C9-2127-37B4-3F785BC3FDF6}"/>
                  </a:ext>
                </a:extLst>
              </p:cNvPr>
              <p:cNvSpPr txBox="1"/>
              <p:nvPr/>
            </p:nvSpPr>
            <p:spPr>
              <a:xfrm>
                <a:off x="8281048" y="4856173"/>
                <a:ext cx="1769394" cy="5532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𝑞</m:t>
                          </m:r>
                        </m:e>
                        <m:sub>
                          <m:r>
                            <a:rPr lang="en-US" sz="1600" b="0" i="1" smtClean="0">
                              <a:latin typeface="Cambria Math" panose="02040503050406030204" pitchFamily="18" charset="0"/>
                            </a:rPr>
                            <m:t>𝑠𝑧</m:t>
                          </m:r>
                        </m:sub>
                      </m:sSub>
                      <m:r>
                        <a:rPr lang="en-US" sz="1600" b="0" i="1" smtClean="0">
                          <a:latin typeface="Cambria Math" panose="02040503050406030204" pitchFamily="18" charset="0"/>
                        </a:rPr>
                        <m:t>=</m:t>
                      </m:r>
                      <m:r>
                        <a:rPr lang="en-US" sz="1600" b="0" i="1" smtClean="0">
                          <a:latin typeface="Cambria Math" panose="02040503050406030204" pitchFamily="18" charset="0"/>
                        </a:rPr>
                        <m:t>𝑞</m:t>
                      </m:r>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sin</m:t>
                          </m:r>
                        </m:fName>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𝜙</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𝜃</m:t>
                                  </m:r>
                                </m:num>
                                <m:den>
                                  <m:r>
                                    <a:rPr lang="en-US" sz="1600" b="0" i="1" smtClean="0">
                                      <a:latin typeface="Cambria Math" panose="02040503050406030204" pitchFamily="18" charset="0"/>
                                    </a:rPr>
                                    <m:t>2</m:t>
                                  </m:r>
                                </m:den>
                              </m:f>
                            </m:e>
                          </m:d>
                        </m:e>
                      </m:func>
                    </m:oMath>
                  </m:oMathPara>
                </a14:m>
                <a:endParaRPr lang="en-US" sz="1600" dirty="0"/>
              </a:p>
            </p:txBody>
          </p:sp>
        </mc:Choice>
        <mc:Fallback xmlns="">
          <p:sp>
            <p:nvSpPr>
              <p:cNvPr id="24" name="TextBox 23">
                <a:extLst>
                  <a:ext uri="{FF2B5EF4-FFF2-40B4-BE49-F238E27FC236}">
                    <a16:creationId xmlns:a16="http://schemas.microsoft.com/office/drawing/2014/main" id="{2139864E-E3C9-2127-37B4-3F785BC3FDF6}"/>
                  </a:ext>
                </a:extLst>
              </p:cNvPr>
              <p:cNvSpPr txBox="1">
                <a:spLocks noRot="1" noChangeAspect="1" noMove="1" noResize="1" noEditPoints="1" noAdjustHandles="1" noChangeArrowheads="1" noChangeShapeType="1" noTextEdit="1"/>
              </p:cNvSpPr>
              <p:nvPr/>
            </p:nvSpPr>
            <p:spPr>
              <a:xfrm>
                <a:off x="8281048" y="4856173"/>
                <a:ext cx="1769394" cy="553228"/>
              </a:xfrm>
              <a:prstGeom prst="rect">
                <a:avLst/>
              </a:prstGeom>
              <a:blipFill>
                <a:blip r:embed="rId16"/>
                <a:stretch>
                  <a:fillRect b="-1111"/>
                </a:stretch>
              </a:blipFill>
            </p:spPr>
            <p:txBody>
              <a:bodyPr/>
              <a:lstStyle/>
              <a:p>
                <a:r>
                  <a:rPr lang="en-US">
                    <a:noFill/>
                  </a:rPr>
                  <a:t> </a:t>
                </a:r>
              </a:p>
            </p:txBody>
          </p:sp>
        </mc:Fallback>
      </mc:AlternateContent>
    </p:spTree>
    <p:extLst>
      <p:ext uri="{BB962C8B-B14F-4D97-AF65-F5344CB8AC3E}">
        <p14:creationId xmlns:p14="http://schemas.microsoft.com/office/powerpoint/2010/main" val="3625707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shape, square&#10;&#10;AI-generated content may be incorrect.">
            <a:extLst>
              <a:ext uri="{FF2B5EF4-FFF2-40B4-BE49-F238E27FC236}">
                <a16:creationId xmlns:a16="http://schemas.microsoft.com/office/drawing/2014/main" id="{BCE19490-81EC-F929-BA91-34EF23000B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741" y="45492"/>
            <a:ext cx="3165231" cy="6858000"/>
          </a:xfrm>
          <a:prstGeom prst="rect">
            <a:avLst/>
          </a:prstGeom>
        </p:spPr>
      </p:pic>
      <p:pic>
        <p:nvPicPr>
          <p:cNvPr id="5" name="Picture 4" descr="Chart, box and whisker chart&#10;&#10;AI-generated content may be incorrect.">
            <a:extLst>
              <a:ext uri="{FF2B5EF4-FFF2-40B4-BE49-F238E27FC236}">
                <a16:creationId xmlns:a16="http://schemas.microsoft.com/office/drawing/2014/main" id="{7D03FA95-6195-784C-E75A-C3BA45FDEA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1533" y="45492"/>
            <a:ext cx="3165231" cy="6858000"/>
          </a:xfrm>
          <a:prstGeom prst="rect">
            <a:avLst/>
          </a:prstGeom>
        </p:spPr>
      </p:pic>
    </p:spTree>
    <p:extLst>
      <p:ext uri="{BB962C8B-B14F-4D97-AF65-F5344CB8AC3E}">
        <p14:creationId xmlns:p14="http://schemas.microsoft.com/office/powerpoint/2010/main" val="4246543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bar chart, box and whisker chart&#10;&#10;AI-generated content may be incorrect.">
            <a:extLst>
              <a:ext uri="{FF2B5EF4-FFF2-40B4-BE49-F238E27FC236}">
                <a16:creationId xmlns:a16="http://schemas.microsoft.com/office/drawing/2014/main" id="{64C50710-AE9D-636D-91E0-0E07EB2116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5028" y="0"/>
            <a:ext cx="3165231" cy="6858000"/>
          </a:xfrm>
          <a:prstGeom prst="rect">
            <a:avLst/>
          </a:prstGeom>
        </p:spPr>
      </p:pic>
      <p:pic>
        <p:nvPicPr>
          <p:cNvPr id="5" name="Picture 4" descr="Chart, bar chart, box and whisker chart&#10;&#10;AI-generated content may be incorrect.">
            <a:extLst>
              <a:ext uri="{FF2B5EF4-FFF2-40B4-BE49-F238E27FC236}">
                <a16:creationId xmlns:a16="http://schemas.microsoft.com/office/drawing/2014/main" id="{9F949333-D04B-78C6-CEB1-4D45E529B5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0233" y="0"/>
            <a:ext cx="3165231" cy="6858000"/>
          </a:xfrm>
          <a:prstGeom prst="rect">
            <a:avLst/>
          </a:prstGeom>
        </p:spPr>
      </p:pic>
    </p:spTree>
    <p:extLst>
      <p:ext uri="{BB962C8B-B14F-4D97-AF65-F5344CB8AC3E}">
        <p14:creationId xmlns:p14="http://schemas.microsoft.com/office/powerpoint/2010/main" val="1983054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bar chart&#10;&#10;AI-generated content may be incorrect.">
            <a:extLst>
              <a:ext uri="{FF2B5EF4-FFF2-40B4-BE49-F238E27FC236}">
                <a16:creationId xmlns:a16="http://schemas.microsoft.com/office/drawing/2014/main" id="{C720F073-8B76-B847-C244-15F08B6656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6454" y="0"/>
            <a:ext cx="3165231" cy="6858000"/>
          </a:xfrm>
          <a:prstGeom prst="rect">
            <a:avLst/>
          </a:prstGeom>
        </p:spPr>
      </p:pic>
      <p:pic>
        <p:nvPicPr>
          <p:cNvPr id="5" name="Picture 4" descr="Chart, bar chart&#10;&#10;AI-generated content may be incorrect.">
            <a:extLst>
              <a:ext uri="{FF2B5EF4-FFF2-40B4-BE49-F238E27FC236}">
                <a16:creationId xmlns:a16="http://schemas.microsoft.com/office/drawing/2014/main" id="{9399A8FB-B374-5E6C-D24C-F1B902382E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28430" y="0"/>
            <a:ext cx="3165231" cy="6858000"/>
          </a:xfrm>
          <a:prstGeom prst="rect">
            <a:avLst/>
          </a:prstGeom>
        </p:spPr>
      </p:pic>
    </p:spTree>
    <p:extLst>
      <p:ext uri="{BB962C8B-B14F-4D97-AF65-F5344CB8AC3E}">
        <p14:creationId xmlns:p14="http://schemas.microsoft.com/office/powerpoint/2010/main" val="27167459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214</TotalTime>
  <Words>1001</Words>
  <Application>Microsoft Office PowerPoint</Application>
  <PresentationFormat>Widescreen</PresentationFormat>
  <Paragraphs>182</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Cambria Math</vt:lpstr>
      <vt:lpstr>Times New Roman</vt:lpstr>
      <vt:lpstr>Office Theme</vt:lpstr>
      <vt:lpstr>CD-SAXS  Diffraction Derivations</vt:lpstr>
      <vt:lpstr>Coordinate system and variable names</vt:lpstr>
      <vt:lpstr>Rotations</vt:lpstr>
      <vt:lpstr>PowerPoint Presentation</vt:lpstr>
      <vt:lpstr>PowerPoint Presentation</vt:lpstr>
      <vt:lpstr>Calculate q in detector space</vt:lpstr>
      <vt:lpstr>Rotate to sample-based coordinate system</vt:lpstr>
      <vt:lpstr>PowerPoint Presentation</vt:lpstr>
      <vt:lpstr>PowerPoint Presentation</vt:lpstr>
      <vt:lpstr>Simplify to our typical CD-SAXS case</vt:lpstr>
      <vt:lpstr>Solve for q_sx</vt:lpstr>
      <vt:lpstr>Solve for q_sz</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Wolf, Caitlyn M. Dr. (Fed)</dc:creator>
  <cp:lastModifiedBy>Wolf, Caitlyn M. Dr. (Fed)</cp:lastModifiedBy>
  <cp:revision>1</cp:revision>
  <dcterms:created xsi:type="dcterms:W3CDTF">2025-10-31T13:08:32Z</dcterms:created>
  <dcterms:modified xsi:type="dcterms:W3CDTF">2025-10-31T20:13:52Z</dcterms:modified>
</cp:coreProperties>
</file>